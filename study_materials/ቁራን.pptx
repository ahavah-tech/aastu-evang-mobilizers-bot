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66" r:id="rId5"/>
    <p:sldId id="260" r:id="rId6"/>
    <p:sldId id="259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3175"/>
            <a:ext cx="12204700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125538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351088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8351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ስካቶሎ</a:t>
            </a:r>
            <a:r>
              <a:rPr lang="en-US" altLang="en-US" dirty="0"/>
              <a:t>ጂ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u="sng">
                <a:effectLst/>
                <a:latin typeface="Power Geez Unicode1" panose="00000400000000000000" charset="0"/>
                <a:cs typeface="Power Geez Unicode1" panose="00000400000000000000" charset="0"/>
              </a:rPr>
              <a:t>አይሁዴ፣ ክርስቲያኖች፣ ሳቢያኖች</a:t>
            </a:r>
            <a:endParaRPr lang="en-US" u="sng">
              <a:effectLst/>
              <a:latin typeface="Power Geez Unicode1" panose="00000400000000000000" charset="0"/>
              <a:cs typeface="Power Geez Unicode1" panose="0000040000000000000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Presentation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Power Geez Unicode1</vt:lpstr>
      <vt:lpstr>Microsoft YaHei</vt:lpstr>
      <vt:lpstr>Arial Unicode MS</vt:lpstr>
      <vt:lpstr>Calibri</vt:lpstr>
      <vt:lpstr>Data Pie Charts</vt:lpstr>
      <vt:lpstr>ስካቶሎጂ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ስካቶሎጂ</dc:title>
  <dc:creator>Geno F</dc:creator>
  <cp:lastModifiedBy>16142</cp:lastModifiedBy>
  <cp:revision>4</cp:revision>
  <dcterms:created xsi:type="dcterms:W3CDTF">2023-02-13T07:26:00Z</dcterms:created>
  <dcterms:modified xsi:type="dcterms:W3CDTF">2023-05-15T11:38:11Z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7CD6D7F06C3E4BEEB12B1D1C542FB8F3</vt:lpwstr>
  </property>
  <property fmtid="{D5CDD505-2E9C-101B-9397-08002B2CF9AE}" pid="3" name="KSOProductBuildVer">
    <vt:lpwstr>1033-11.2.0.11440</vt:lpwstr>
  </property>
</Properties>
</file>