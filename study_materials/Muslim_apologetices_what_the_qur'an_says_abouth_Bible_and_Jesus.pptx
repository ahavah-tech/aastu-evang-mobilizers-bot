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7" r:id="rId6"/>
    <p:sldId id="262" r:id="rId7"/>
    <p:sldId id="263" r:id="rId8"/>
    <p:sldId id="272" r:id="rId9"/>
    <p:sldId id="264" r:id="rId10"/>
    <p:sldId id="265" r:id="rId11"/>
    <p:sldId id="260" r:id="rId12"/>
    <p:sldId id="261" r:id="rId13"/>
    <p:sldId id="269" r:id="rId14"/>
    <p:sldId id="276" r:id="rId15"/>
    <p:sldId id="270" r:id="rId16"/>
    <p:sldId id="271" r:id="rId17"/>
    <p:sldId id="273" r:id="rId18"/>
    <p:sldId id="268" r:id="rId19"/>
    <p:sldId id="274" r:id="rId20"/>
    <p:sldId id="275"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5E8C332-30B2-4753-89FC-3F718F733398}" type="datetimeFigureOut">
              <a:rPr lang="en-US" smtClean="0"/>
              <a:t>07-Jul-25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28447B-6E5F-4A65-A695-28BD369A2AB1}" type="slidenum">
              <a:rPr lang="en-US" smtClean="0"/>
              <a:t>‹#›</a:t>
            </a:fld>
            <a:endParaRPr lang="en-US"/>
          </a:p>
        </p:txBody>
      </p:sp>
    </p:spTree>
    <p:extLst>
      <p:ext uri="{BB962C8B-B14F-4D97-AF65-F5344CB8AC3E}">
        <p14:creationId xmlns:p14="http://schemas.microsoft.com/office/powerpoint/2010/main" val="3817958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5E8C332-30B2-4753-89FC-3F718F733398}" type="datetimeFigureOut">
              <a:rPr lang="en-US" smtClean="0"/>
              <a:t>07-Jul-25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28447B-6E5F-4A65-A695-28BD369A2AB1}" type="slidenum">
              <a:rPr lang="en-US" smtClean="0"/>
              <a:t>‹#›</a:t>
            </a:fld>
            <a:endParaRPr lang="en-US"/>
          </a:p>
        </p:txBody>
      </p:sp>
    </p:spTree>
    <p:extLst>
      <p:ext uri="{BB962C8B-B14F-4D97-AF65-F5344CB8AC3E}">
        <p14:creationId xmlns:p14="http://schemas.microsoft.com/office/powerpoint/2010/main" val="8620627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5E8C332-30B2-4753-89FC-3F718F733398}" type="datetimeFigureOut">
              <a:rPr lang="en-US" smtClean="0"/>
              <a:t>07-Jul-25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28447B-6E5F-4A65-A695-28BD369A2AB1}" type="slidenum">
              <a:rPr lang="en-US" smtClean="0"/>
              <a:t>‹#›</a:t>
            </a:fld>
            <a:endParaRPr lang="en-US"/>
          </a:p>
        </p:txBody>
      </p:sp>
    </p:spTree>
    <p:extLst>
      <p:ext uri="{BB962C8B-B14F-4D97-AF65-F5344CB8AC3E}">
        <p14:creationId xmlns:p14="http://schemas.microsoft.com/office/powerpoint/2010/main" val="42008499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5E8C332-30B2-4753-89FC-3F718F733398}" type="datetimeFigureOut">
              <a:rPr lang="en-US" smtClean="0"/>
              <a:t>07-Jul-25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28447B-6E5F-4A65-A695-28BD369A2AB1}" type="slidenum">
              <a:rPr lang="en-US" smtClean="0"/>
              <a:t>‹#›</a:t>
            </a:fld>
            <a:endParaRPr lang="en-US"/>
          </a:p>
        </p:txBody>
      </p:sp>
    </p:spTree>
    <p:extLst>
      <p:ext uri="{BB962C8B-B14F-4D97-AF65-F5344CB8AC3E}">
        <p14:creationId xmlns:p14="http://schemas.microsoft.com/office/powerpoint/2010/main" val="4169978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5E8C332-30B2-4753-89FC-3F718F733398}" type="datetimeFigureOut">
              <a:rPr lang="en-US" smtClean="0"/>
              <a:t>07-Jul-25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A28447B-6E5F-4A65-A695-28BD369A2AB1}" type="slidenum">
              <a:rPr lang="en-US" smtClean="0"/>
              <a:t>‹#›</a:t>
            </a:fld>
            <a:endParaRPr lang="en-US"/>
          </a:p>
        </p:txBody>
      </p:sp>
    </p:spTree>
    <p:extLst>
      <p:ext uri="{BB962C8B-B14F-4D97-AF65-F5344CB8AC3E}">
        <p14:creationId xmlns:p14="http://schemas.microsoft.com/office/powerpoint/2010/main" val="2109450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5E8C332-30B2-4753-89FC-3F718F733398}" type="datetimeFigureOut">
              <a:rPr lang="en-US" smtClean="0"/>
              <a:t>07-Jul-25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A28447B-6E5F-4A65-A695-28BD369A2AB1}" type="slidenum">
              <a:rPr lang="en-US" smtClean="0"/>
              <a:t>‹#›</a:t>
            </a:fld>
            <a:endParaRPr lang="en-US"/>
          </a:p>
        </p:txBody>
      </p:sp>
    </p:spTree>
    <p:extLst>
      <p:ext uri="{BB962C8B-B14F-4D97-AF65-F5344CB8AC3E}">
        <p14:creationId xmlns:p14="http://schemas.microsoft.com/office/powerpoint/2010/main" val="16572442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E8C332-30B2-4753-89FC-3F718F733398}" type="datetimeFigureOut">
              <a:rPr lang="en-US" smtClean="0"/>
              <a:t>07-Jul-25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A28447B-6E5F-4A65-A695-28BD369A2AB1}" type="slidenum">
              <a:rPr lang="en-US" smtClean="0"/>
              <a:t>‹#›</a:t>
            </a:fld>
            <a:endParaRPr lang="en-US"/>
          </a:p>
        </p:txBody>
      </p:sp>
    </p:spTree>
    <p:extLst>
      <p:ext uri="{BB962C8B-B14F-4D97-AF65-F5344CB8AC3E}">
        <p14:creationId xmlns:p14="http://schemas.microsoft.com/office/powerpoint/2010/main" val="22655092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5E8C332-30B2-4753-89FC-3F718F733398}" type="datetimeFigureOut">
              <a:rPr lang="en-US" smtClean="0"/>
              <a:t>07-Jul-25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28447B-6E5F-4A65-A695-28BD369A2AB1}" type="slidenum">
              <a:rPr lang="en-US" smtClean="0"/>
              <a:t>‹#›</a:t>
            </a:fld>
            <a:endParaRPr lang="en-US"/>
          </a:p>
        </p:txBody>
      </p:sp>
    </p:spTree>
    <p:extLst>
      <p:ext uri="{BB962C8B-B14F-4D97-AF65-F5344CB8AC3E}">
        <p14:creationId xmlns:p14="http://schemas.microsoft.com/office/powerpoint/2010/main" val="4270145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5E8C332-30B2-4753-89FC-3F718F733398}" type="datetimeFigureOut">
              <a:rPr lang="en-US" smtClean="0"/>
              <a:t>07-Jul-25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28447B-6E5F-4A65-A695-28BD369A2AB1}" type="slidenum">
              <a:rPr lang="en-US" smtClean="0"/>
              <a:t>‹#›</a:t>
            </a:fld>
            <a:endParaRPr lang="en-US"/>
          </a:p>
        </p:txBody>
      </p:sp>
    </p:spTree>
    <p:extLst>
      <p:ext uri="{BB962C8B-B14F-4D97-AF65-F5344CB8AC3E}">
        <p14:creationId xmlns:p14="http://schemas.microsoft.com/office/powerpoint/2010/main" val="1442811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5E8C332-30B2-4753-89FC-3F718F733398}" type="datetimeFigureOut">
              <a:rPr lang="en-US" smtClean="0"/>
              <a:t>07-Jul-25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28447B-6E5F-4A65-A695-28BD369A2AB1}" type="slidenum">
              <a:rPr lang="en-US" smtClean="0"/>
              <a:t>‹#›</a:t>
            </a:fld>
            <a:endParaRPr lang="en-US"/>
          </a:p>
        </p:txBody>
      </p:sp>
    </p:spTree>
    <p:extLst>
      <p:ext uri="{BB962C8B-B14F-4D97-AF65-F5344CB8AC3E}">
        <p14:creationId xmlns:p14="http://schemas.microsoft.com/office/powerpoint/2010/main" val="6914985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5E8C332-30B2-4753-89FC-3F718F733398}" type="datetimeFigureOut">
              <a:rPr lang="en-US" smtClean="0"/>
              <a:t>07-Jul-25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28447B-6E5F-4A65-A695-28BD369A2AB1}" type="slidenum">
              <a:rPr lang="en-US" smtClean="0"/>
              <a:t>‹#›</a:t>
            </a:fld>
            <a:endParaRPr lang="en-US"/>
          </a:p>
        </p:txBody>
      </p:sp>
    </p:spTree>
    <p:extLst>
      <p:ext uri="{BB962C8B-B14F-4D97-AF65-F5344CB8AC3E}">
        <p14:creationId xmlns:p14="http://schemas.microsoft.com/office/powerpoint/2010/main" val="40269380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E8C332-30B2-4753-89FC-3F718F733398}" type="datetimeFigureOut">
              <a:rPr lang="en-US" smtClean="0"/>
              <a:t>07-Jul-25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28447B-6E5F-4A65-A695-28BD369A2AB1}" type="slidenum">
              <a:rPr lang="en-US" smtClean="0"/>
              <a:t>‹#›</a:t>
            </a:fld>
            <a:endParaRPr lang="en-US"/>
          </a:p>
        </p:txBody>
      </p:sp>
    </p:spTree>
    <p:extLst>
      <p:ext uri="{BB962C8B-B14F-4D97-AF65-F5344CB8AC3E}">
        <p14:creationId xmlns:p14="http://schemas.microsoft.com/office/powerpoint/2010/main" val="40724861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err="1" smtClean="0">
                <a:solidFill>
                  <a:srgbClr val="C00000"/>
                </a:solidFill>
                <a:latin typeface="Power Geez Unicode1" panose="00000400000000000000" pitchFamily="2" charset="0"/>
              </a:rPr>
              <a:t>ስለመጽሐፍ</a:t>
            </a:r>
            <a:r>
              <a:rPr lang="en-US" b="1" dirty="0" smtClean="0">
                <a:solidFill>
                  <a:srgbClr val="C00000"/>
                </a:solidFill>
                <a:latin typeface="Power Geez Unicode1" panose="00000400000000000000" pitchFamily="2" charset="0"/>
              </a:rPr>
              <a:t> </a:t>
            </a:r>
            <a:r>
              <a:rPr lang="en-US" b="1" dirty="0" err="1" smtClean="0">
                <a:solidFill>
                  <a:srgbClr val="C00000"/>
                </a:solidFill>
                <a:latin typeface="Power Geez Unicode1" panose="00000400000000000000" pitchFamily="2" charset="0"/>
              </a:rPr>
              <a:t>ቅዱስ</a:t>
            </a:r>
            <a:r>
              <a:rPr lang="en-US" b="1" dirty="0" smtClean="0">
                <a:solidFill>
                  <a:srgbClr val="C00000"/>
                </a:solidFill>
                <a:latin typeface="Power Geez Unicode1" panose="00000400000000000000" pitchFamily="2" charset="0"/>
              </a:rPr>
              <a:t> </a:t>
            </a:r>
            <a:r>
              <a:rPr lang="en-US" b="1" dirty="0" err="1" smtClean="0">
                <a:solidFill>
                  <a:srgbClr val="C00000"/>
                </a:solidFill>
                <a:latin typeface="Power Geez Unicode1" panose="00000400000000000000" pitchFamily="2" charset="0"/>
              </a:rPr>
              <a:t>በቁርአን</a:t>
            </a:r>
            <a:endParaRPr lang="en-US" b="1" dirty="0">
              <a:solidFill>
                <a:srgbClr val="C00000"/>
              </a:solidFill>
              <a:latin typeface="Power Geez Unicode1" panose="00000400000000000000" pitchFamily="2" charset="0"/>
            </a:endParaRPr>
          </a:p>
        </p:txBody>
      </p:sp>
      <p:sp>
        <p:nvSpPr>
          <p:cNvPr id="3" name="Subtitle 2"/>
          <p:cNvSpPr>
            <a:spLocks noGrp="1"/>
          </p:cNvSpPr>
          <p:nvPr>
            <p:ph type="subTitle" idx="1"/>
          </p:nvPr>
        </p:nvSpPr>
        <p:spPr/>
        <p:txBody>
          <a:bodyPr/>
          <a:lstStyle/>
          <a:p>
            <a:endParaRPr lang="en-US" b="1" dirty="0" smtClean="0">
              <a:solidFill>
                <a:srgbClr val="00B050"/>
              </a:solidFill>
              <a:latin typeface="Power Geez Unicode1" panose="00000400000000000000" pitchFamily="2" charset="0"/>
            </a:endParaRPr>
          </a:p>
          <a:p>
            <a:r>
              <a:rPr lang="en-US" b="1" dirty="0" err="1" smtClean="0">
                <a:solidFill>
                  <a:srgbClr val="00B050"/>
                </a:solidFill>
                <a:latin typeface="Power Geez Unicode1" panose="00000400000000000000" pitchFamily="2" charset="0"/>
              </a:rPr>
              <a:t>ክፍል</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ሁለት</a:t>
            </a:r>
            <a:endParaRPr lang="en-US" b="1" dirty="0">
              <a:solidFill>
                <a:srgbClr val="00B050"/>
              </a:solidFill>
              <a:latin typeface="Power Geez Unicode1" panose="00000400000000000000" pitchFamily="2" charset="0"/>
            </a:endParaRPr>
          </a:p>
        </p:txBody>
      </p:sp>
    </p:spTree>
    <p:extLst>
      <p:ext uri="{BB962C8B-B14F-4D97-AF65-F5344CB8AC3E}">
        <p14:creationId xmlns:p14="http://schemas.microsoft.com/office/powerpoint/2010/main" val="319559705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228600"/>
            <a:ext cx="8229600" cy="46038"/>
          </a:xfrm>
        </p:spPr>
        <p:txBody>
          <a:bodyPr>
            <a:normAutofit fontScale="90000"/>
          </a:bodyPr>
          <a:lstStyle/>
          <a:p>
            <a:endParaRPr lang="en-US" dirty="0"/>
          </a:p>
        </p:txBody>
      </p:sp>
      <p:sp>
        <p:nvSpPr>
          <p:cNvPr id="3" name="Content Placeholder 2"/>
          <p:cNvSpPr>
            <a:spLocks noGrp="1"/>
          </p:cNvSpPr>
          <p:nvPr>
            <p:ph idx="1"/>
          </p:nvPr>
        </p:nvSpPr>
        <p:spPr>
          <a:xfrm>
            <a:off x="152400" y="381000"/>
            <a:ext cx="8991600" cy="6324600"/>
          </a:xfrm>
        </p:spPr>
        <p:txBody>
          <a:bodyPr/>
          <a:lstStyle/>
          <a:p>
            <a:pPr marL="0" indent="0" algn="just">
              <a:lnSpc>
                <a:spcPct val="150000"/>
              </a:lnSpc>
              <a:buNone/>
            </a:pPr>
            <a:r>
              <a:rPr lang="en-US" b="1" dirty="0" err="1" smtClean="0">
                <a:solidFill>
                  <a:srgbClr val="FF0000"/>
                </a:solidFill>
                <a:latin typeface="Power Geez Unicode1" panose="00000400000000000000" pitchFamily="2" charset="0"/>
              </a:rPr>
              <a:t>ስለመጽሐፍ</a:t>
            </a:r>
            <a:r>
              <a:rPr lang="en-US" b="1" dirty="0" smtClean="0">
                <a:solidFill>
                  <a:srgbClr val="FF0000"/>
                </a:solidFill>
                <a:latin typeface="Power Geez Unicode1" panose="00000400000000000000" pitchFamily="2" charset="0"/>
              </a:rPr>
              <a:t> </a:t>
            </a:r>
            <a:r>
              <a:rPr lang="en-US" b="1" dirty="0" err="1" smtClean="0">
                <a:solidFill>
                  <a:srgbClr val="FF0000"/>
                </a:solidFill>
                <a:latin typeface="Power Geez Unicode1" panose="00000400000000000000" pitchFamily="2" charset="0"/>
              </a:rPr>
              <a:t>ቅዱስ</a:t>
            </a:r>
            <a:r>
              <a:rPr lang="en-US" b="1" dirty="0" smtClean="0">
                <a:solidFill>
                  <a:srgbClr val="FF0000"/>
                </a:solidFill>
                <a:latin typeface="Power Geez Unicode1" panose="00000400000000000000" pitchFamily="2" charset="0"/>
              </a:rPr>
              <a:t> </a:t>
            </a:r>
            <a:r>
              <a:rPr lang="en-US" b="1" dirty="0" err="1" smtClean="0">
                <a:solidFill>
                  <a:srgbClr val="FF0000"/>
                </a:solidFill>
                <a:latin typeface="Power Geez Unicode1" panose="00000400000000000000" pitchFamily="2" charset="0"/>
              </a:rPr>
              <a:t>በቁርአን</a:t>
            </a:r>
            <a:endParaRPr lang="en-US" b="1" dirty="0" smtClean="0">
              <a:solidFill>
                <a:srgbClr val="FF0000"/>
              </a:solidFill>
              <a:latin typeface="Power Geez Unicode1" panose="00000400000000000000" pitchFamily="2" charset="0"/>
            </a:endParaRPr>
          </a:p>
          <a:p>
            <a:pPr algn="just">
              <a:lnSpc>
                <a:spcPct val="150000"/>
              </a:lnSpc>
              <a:buFont typeface="Wingdings" panose="05000000000000000000" pitchFamily="2" charset="2"/>
              <a:buChar char="Ø"/>
            </a:pPr>
            <a:r>
              <a:rPr lang="en-US" b="1" dirty="0" err="1" smtClean="0">
                <a:latin typeface="Power Geez Unicode1" panose="00000400000000000000" pitchFamily="2" charset="0"/>
              </a:rPr>
              <a:t>ቁርአን</a:t>
            </a:r>
            <a:r>
              <a:rPr lang="en-US" b="1" dirty="0" smtClean="0">
                <a:latin typeface="Power Geez Unicode1" panose="00000400000000000000" pitchFamily="2" charset="0"/>
              </a:rPr>
              <a:t> </a:t>
            </a:r>
            <a:r>
              <a:rPr lang="en-US" b="1" dirty="0" err="1" smtClean="0">
                <a:latin typeface="Power Geez Unicode1" panose="00000400000000000000" pitchFamily="2" charset="0"/>
              </a:rPr>
              <a:t>ስለመጽሐፍ</a:t>
            </a:r>
            <a:r>
              <a:rPr lang="en-US" b="1" dirty="0" smtClean="0">
                <a:latin typeface="Power Geez Unicode1" panose="00000400000000000000" pitchFamily="2" charset="0"/>
              </a:rPr>
              <a:t> </a:t>
            </a:r>
            <a:r>
              <a:rPr lang="en-US" b="1" dirty="0" err="1" smtClean="0">
                <a:latin typeface="Power Geez Unicode1" panose="00000400000000000000" pitchFamily="2" charset="0"/>
              </a:rPr>
              <a:t>ቅዱስ</a:t>
            </a:r>
            <a:r>
              <a:rPr lang="en-US" b="1" dirty="0" smtClean="0">
                <a:latin typeface="Power Geez Unicode1" panose="00000400000000000000" pitchFamily="2" charset="0"/>
              </a:rPr>
              <a:t> </a:t>
            </a:r>
            <a:r>
              <a:rPr lang="en-US" b="1" dirty="0" err="1" smtClean="0">
                <a:latin typeface="Power Geez Unicode1" panose="00000400000000000000" pitchFamily="2" charset="0"/>
              </a:rPr>
              <a:t>መገለጥ</a:t>
            </a:r>
            <a:r>
              <a:rPr lang="en-US" b="1" dirty="0" smtClean="0">
                <a:latin typeface="Power Geez Unicode1" panose="00000400000000000000" pitchFamily="2" charset="0"/>
              </a:rPr>
              <a:t>፣ </a:t>
            </a:r>
            <a:r>
              <a:rPr lang="en-US" b="1" dirty="0" err="1" smtClean="0">
                <a:latin typeface="Power Geez Unicode1" panose="00000400000000000000" pitchFamily="2" charset="0"/>
              </a:rPr>
              <a:t>ለማን</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እንደተሰጠ</a:t>
            </a:r>
            <a:r>
              <a:rPr lang="en-US" b="1" dirty="0" smtClean="0">
                <a:latin typeface="Power Geez Unicode1" panose="00000400000000000000" pitchFamily="2" charset="0"/>
              </a:rPr>
              <a:t>፣ </a:t>
            </a:r>
            <a:r>
              <a:rPr lang="en-US" b="1" dirty="0" err="1" smtClean="0">
                <a:latin typeface="Power Geez Unicode1" panose="00000400000000000000" pitchFamily="2" charset="0"/>
              </a:rPr>
              <a:t>ይዘትና</a:t>
            </a:r>
            <a:r>
              <a:rPr lang="en-US" b="1" dirty="0" smtClean="0">
                <a:latin typeface="Power Geez Unicode1" panose="00000400000000000000" pitchFamily="2" charset="0"/>
              </a:rPr>
              <a:t> </a:t>
            </a:r>
            <a:r>
              <a:rPr lang="en-US" b="1" dirty="0" err="1" smtClean="0">
                <a:latin typeface="Power Geez Unicode1" panose="00000400000000000000" pitchFamily="2" charset="0"/>
              </a:rPr>
              <a:t>አላማ</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እንዲሁም</a:t>
            </a:r>
            <a:r>
              <a:rPr lang="en-US" b="1" dirty="0" smtClean="0">
                <a:latin typeface="Power Geez Unicode1" panose="00000400000000000000" pitchFamily="2" charset="0"/>
              </a:rPr>
              <a:t> </a:t>
            </a:r>
            <a:r>
              <a:rPr lang="en-US" b="1" dirty="0" err="1" smtClean="0">
                <a:latin typeface="Power Geez Unicode1" panose="00000400000000000000" pitchFamily="2" charset="0"/>
              </a:rPr>
              <a:t>እስከ</a:t>
            </a:r>
            <a:r>
              <a:rPr lang="en-US" b="1" dirty="0" smtClean="0">
                <a:latin typeface="Power Geez Unicode1" panose="00000400000000000000" pitchFamily="2" charset="0"/>
              </a:rPr>
              <a:t> </a:t>
            </a:r>
            <a:r>
              <a:rPr lang="en-US" b="1" dirty="0" err="1" smtClean="0">
                <a:latin typeface="Power Geez Unicode1" panose="00000400000000000000" pitchFamily="2" charset="0"/>
              </a:rPr>
              <a:t>መሐመድ</a:t>
            </a:r>
            <a:r>
              <a:rPr lang="en-US" b="1" dirty="0" smtClean="0">
                <a:latin typeface="Power Geez Unicode1" panose="00000400000000000000" pitchFamily="2" charset="0"/>
              </a:rPr>
              <a:t> </a:t>
            </a:r>
            <a:r>
              <a:rPr lang="en-US" b="1" dirty="0" err="1" smtClean="0">
                <a:latin typeface="Power Geez Unicode1" panose="00000400000000000000" pitchFamily="2" charset="0"/>
              </a:rPr>
              <a:t>ዘመን</a:t>
            </a:r>
            <a:r>
              <a:rPr lang="en-US" b="1" dirty="0" smtClean="0">
                <a:latin typeface="Power Geez Unicode1" panose="00000400000000000000" pitchFamily="2" charset="0"/>
              </a:rPr>
              <a:t> </a:t>
            </a:r>
            <a:r>
              <a:rPr lang="en-US" b="1" dirty="0" err="1" smtClean="0">
                <a:latin typeface="Power Geez Unicode1" panose="00000400000000000000" pitchFamily="2" charset="0"/>
              </a:rPr>
              <a:t>ሳይበላሽ</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እንደተጠበቀና</a:t>
            </a:r>
            <a:r>
              <a:rPr lang="en-US" b="1" dirty="0" smtClean="0">
                <a:latin typeface="Power Geez Unicode1" panose="00000400000000000000" pitchFamily="2" charset="0"/>
              </a:rPr>
              <a:t> </a:t>
            </a:r>
            <a:r>
              <a:rPr lang="en-US" b="1" dirty="0" err="1" smtClean="0">
                <a:latin typeface="Power Geez Unicode1" panose="00000400000000000000" pitchFamily="2" charset="0"/>
              </a:rPr>
              <a:t>አላህ</a:t>
            </a:r>
            <a:r>
              <a:rPr lang="en-US" b="1" dirty="0" smtClean="0">
                <a:latin typeface="Power Geez Unicode1" panose="00000400000000000000" pitchFamily="2" charset="0"/>
              </a:rPr>
              <a:t> </a:t>
            </a:r>
            <a:r>
              <a:rPr lang="en-US" b="1" dirty="0" err="1" smtClean="0">
                <a:latin typeface="Power Geez Unicode1" panose="00000400000000000000" pitchFamily="2" charset="0"/>
              </a:rPr>
              <a:t>ወደፊትም</a:t>
            </a:r>
            <a:r>
              <a:rPr lang="en-US" b="1" dirty="0" smtClean="0">
                <a:latin typeface="Power Geez Unicode1" panose="00000400000000000000" pitchFamily="2" charset="0"/>
              </a:rPr>
              <a:t> </a:t>
            </a:r>
            <a:r>
              <a:rPr lang="en-US" b="1" dirty="0" err="1" smtClean="0">
                <a:latin typeface="Power Geez Unicode1" panose="00000400000000000000" pitchFamily="2" charset="0"/>
              </a:rPr>
              <a:t>ከብልሽት</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እንደሚጠብቀው</a:t>
            </a:r>
            <a:r>
              <a:rPr lang="en-US" b="1" dirty="0" smtClean="0">
                <a:latin typeface="Power Geez Unicode1" panose="00000400000000000000" pitchFamily="2" charset="0"/>
              </a:rPr>
              <a:t> </a:t>
            </a:r>
            <a:r>
              <a:rPr lang="en-US" b="1" dirty="0" err="1" smtClean="0">
                <a:latin typeface="Power Geez Unicode1" panose="00000400000000000000" pitchFamily="2" charset="0"/>
              </a:rPr>
              <a:t>ያስተምራል</a:t>
            </a:r>
            <a:r>
              <a:rPr lang="en-US" b="1" dirty="0" smtClean="0">
                <a:latin typeface="Power Geez Unicode1" panose="00000400000000000000" pitchFamily="2" charset="0"/>
              </a:rPr>
              <a:t>፡፡</a:t>
            </a:r>
          </a:p>
          <a:p>
            <a:pPr>
              <a:lnSpc>
                <a:spcPct val="150000"/>
              </a:lnSpc>
              <a:buFont typeface="Wingdings" panose="05000000000000000000" pitchFamily="2" charset="2"/>
              <a:buChar char="Ø"/>
            </a:pPr>
            <a:r>
              <a:rPr lang="en-US" b="1" dirty="0" smtClean="0">
                <a:latin typeface="Power Geez Unicode1" panose="00000400000000000000" pitchFamily="2" charset="0"/>
              </a:rPr>
              <a:t> </a:t>
            </a:r>
            <a:r>
              <a:rPr lang="en-US" b="1" dirty="0" err="1" smtClean="0">
                <a:latin typeface="Power Geez Unicode1" panose="00000400000000000000" pitchFamily="2" charset="0"/>
              </a:rPr>
              <a:t>ቁርአን</a:t>
            </a:r>
            <a:r>
              <a:rPr lang="en-US" b="1" dirty="0" smtClean="0">
                <a:latin typeface="Power Geez Unicode1" panose="00000400000000000000" pitchFamily="2" charset="0"/>
              </a:rPr>
              <a:t> </a:t>
            </a:r>
            <a:r>
              <a:rPr lang="en-US" b="1" dirty="0" err="1" smtClean="0">
                <a:latin typeface="Power Geez Unicode1" panose="00000400000000000000" pitchFamily="2" charset="0"/>
              </a:rPr>
              <a:t>ለቀድሞ</a:t>
            </a:r>
            <a:r>
              <a:rPr lang="en-US" b="1" dirty="0" smtClean="0">
                <a:latin typeface="Power Geez Unicode1" panose="00000400000000000000" pitchFamily="2" charset="0"/>
              </a:rPr>
              <a:t> </a:t>
            </a:r>
            <a:r>
              <a:rPr lang="en-US" b="1" dirty="0" err="1" smtClean="0">
                <a:latin typeface="Power Geez Unicode1" panose="00000400000000000000" pitchFamily="2" charset="0"/>
              </a:rPr>
              <a:t>ነብያቶች</a:t>
            </a:r>
            <a:r>
              <a:rPr lang="en-US" b="1" dirty="0" smtClean="0">
                <a:latin typeface="Power Geez Unicode1" panose="00000400000000000000" pitchFamily="2" charset="0"/>
              </a:rPr>
              <a:t> </a:t>
            </a:r>
            <a:r>
              <a:rPr lang="en-US" b="1" dirty="0" err="1" smtClean="0">
                <a:latin typeface="Power Geez Unicode1" panose="00000400000000000000" pitchFamily="2" charset="0"/>
              </a:rPr>
              <a:t>የተለያዩ</a:t>
            </a:r>
            <a:r>
              <a:rPr lang="en-US" b="1" dirty="0" smtClean="0">
                <a:latin typeface="Power Geez Unicode1" panose="00000400000000000000" pitchFamily="2" charset="0"/>
              </a:rPr>
              <a:t> </a:t>
            </a:r>
            <a:r>
              <a:rPr lang="en-US" b="1" dirty="0" err="1" smtClean="0">
                <a:latin typeface="Power Geez Unicode1" panose="00000400000000000000" pitchFamily="2" charset="0"/>
              </a:rPr>
              <a:t>መጻህፍት</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እንደተሰጡ</a:t>
            </a:r>
            <a:r>
              <a:rPr lang="en-US" b="1" dirty="0" smtClean="0">
                <a:latin typeface="Power Geez Unicode1" panose="00000400000000000000" pitchFamily="2" charset="0"/>
              </a:rPr>
              <a:t> </a:t>
            </a:r>
            <a:r>
              <a:rPr lang="en-US" b="1" dirty="0" err="1" smtClean="0">
                <a:latin typeface="Power Geez Unicode1" panose="00000400000000000000" pitchFamily="2" charset="0"/>
              </a:rPr>
              <a:t>ይናገራል</a:t>
            </a:r>
            <a:r>
              <a:rPr lang="en-US" b="1" dirty="0" smtClean="0">
                <a:latin typeface="Power Geez Unicode1" panose="00000400000000000000" pitchFamily="2" charset="0"/>
              </a:rPr>
              <a:t>፡</a:t>
            </a:r>
            <a:endParaRPr lang="en-US" b="1" dirty="0">
              <a:latin typeface="Power Geez Unicode1" panose="00000400000000000000" pitchFamily="2" charset="0"/>
            </a:endParaRPr>
          </a:p>
        </p:txBody>
      </p:sp>
    </p:spTree>
    <p:extLst>
      <p:ext uri="{BB962C8B-B14F-4D97-AF65-F5344CB8AC3E}">
        <p14:creationId xmlns:p14="http://schemas.microsoft.com/office/powerpoint/2010/main" val="4033579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52400"/>
            <a:ext cx="8229600" cy="122238"/>
          </a:xfrm>
        </p:spPr>
        <p:txBody>
          <a:bodyPr>
            <a:normAutofit fontScale="90000"/>
          </a:bodyPr>
          <a:lstStyle/>
          <a:p>
            <a:endParaRPr lang="en-US" dirty="0"/>
          </a:p>
        </p:txBody>
      </p:sp>
      <p:sp>
        <p:nvSpPr>
          <p:cNvPr id="3" name="Content Placeholder 2"/>
          <p:cNvSpPr>
            <a:spLocks noGrp="1"/>
          </p:cNvSpPr>
          <p:nvPr>
            <p:ph idx="1"/>
          </p:nvPr>
        </p:nvSpPr>
        <p:spPr>
          <a:xfrm>
            <a:off x="152400" y="304800"/>
            <a:ext cx="8839200" cy="6705600"/>
          </a:xfrm>
        </p:spPr>
        <p:txBody>
          <a:bodyPr>
            <a:normAutofit fontScale="85000" lnSpcReduction="10000"/>
          </a:bodyPr>
          <a:lstStyle/>
          <a:p>
            <a:pPr>
              <a:lnSpc>
                <a:spcPct val="160000"/>
              </a:lnSpc>
              <a:buFont typeface="Wingdings" panose="05000000000000000000" pitchFamily="2" charset="2"/>
              <a:buChar char="Ø"/>
            </a:pP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ቁርአን</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ስለተውራት</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የሙሴ</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መጻህፍት</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እና</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ወንጌል</a:t>
            </a:r>
            <a:endParaRPr lang="en-US" b="1" dirty="0" smtClean="0">
              <a:solidFill>
                <a:srgbClr val="7030A0"/>
              </a:solidFill>
              <a:latin typeface="Power Geez Unicode1" panose="00000400000000000000" pitchFamily="2" charset="0"/>
            </a:endParaRPr>
          </a:p>
          <a:p>
            <a:pPr>
              <a:lnSpc>
                <a:spcPct val="160000"/>
              </a:lnSpc>
              <a:buFont typeface="Wingdings" panose="05000000000000000000" pitchFamily="2" charset="2"/>
              <a:buChar char="§"/>
            </a:pPr>
            <a:r>
              <a:rPr lang="en-US" b="1" dirty="0">
                <a:latin typeface="Power Geez Unicode1" panose="00000400000000000000" pitchFamily="2" charset="0"/>
              </a:rPr>
              <a:t> </a:t>
            </a:r>
            <a:r>
              <a:rPr lang="en-US" b="1" dirty="0" err="1" smtClean="0">
                <a:latin typeface="Power Geez Unicode1" panose="00000400000000000000" pitchFamily="2" charset="0"/>
              </a:rPr>
              <a:t>ቁርአን</a:t>
            </a:r>
            <a:r>
              <a:rPr lang="en-US" b="1" dirty="0" smtClean="0">
                <a:latin typeface="Power Geez Unicode1" panose="00000400000000000000" pitchFamily="2" charset="0"/>
              </a:rPr>
              <a:t> </a:t>
            </a:r>
            <a:r>
              <a:rPr lang="en-US" b="1" dirty="0" err="1" smtClean="0">
                <a:latin typeface="Power Geez Unicode1" panose="00000400000000000000" pitchFamily="2" charset="0"/>
              </a:rPr>
              <a:t>ብዙ</a:t>
            </a:r>
            <a:r>
              <a:rPr lang="en-US" b="1" dirty="0" smtClean="0">
                <a:latin typeface="Power Geez Unicode1" panose="00000400000000000000" pitchFamily="2" charset="0"/>
              </a:rPr>
              <a:t> </a:t>
            </a:r>
            <a:r>
              <a:rPr lang="en-US" b="1" dirty="0" err="1" smtClean="0">
                <a:latin typeface="Power Geez Unicode1" panose="00000400000000000000" pitchFamily="2" charset="0"/>
              </a:rPr>
              <a:t>ጊዜ</a:t>
            </a:r>
            <a:r>
              <a:rPr lang="en-US" b="1" dirty="0" smtClean="0">
                <a:latin typeface="Power Geez Unicode1" panose="00000400000000000000" pitchFamily="2" charset="0"/>
              </a:rPr>
              <a:t> </a:t>
            </a:r>
            <a:r>
              <a:rPr lang="en-US" b="1" dirty="0" err="1" smtClean="0">
                <a:latin typeface="Power Geez Unicode1" panose="00000400000000000000" pitchFamily="2" charset="0"/>
              </a:rPr>
              <a:t>ስለሙሴ</a:t>
            </a:r>
            <a:r>
              <a:rPr lang="en-US" b="1" dirty="0" smtClean="0">
                <a:latin typeface="Power Geez Unicode1" panose="00000400000000000000" pitchFamily="2" charset="0"/>
              </a:rPr>
              <a:t> </a:t>
            </a:r>
            <a:r>
              <a:rPr lang="en-US" b="1" dirty="0" err="1" smtClean="0">
                <a:latin typeface="Power Geez Unicode1" panose="00000400000000000000" pitchFamily="2" charset="0"/>
              </a:rPr>
              <a:t>መጻህፍትና</a:t>
            </a:r>
            <a:r>
              <a:rPr lang="en-US" b="1" dirty="0" smtClean="0">
                <a:latin typeface="Power Geez Unicode1" panose="00000400000000000000" pitchFamily="2" charset="0"/>
              </a:rPr>
              <a:t> </a:t>
            </a:r>
            <a:r>
              <a:rPr lang="en-US" b="1" dirty="0" err="1" smtClean="0">
                <a:latin typeface="Power Geez Unicode1" panose="00000400000000000000" pitchFamily="2" charset="0"/>
              </a:rPr>
              <a:t>ወንጌል</a:t>
            </a:r>
            <a:r>
              <a:rPr lang="en-US" b="1" dirty="0" smtClean="0">
                <a:latin typeface="Power Geez Unicode1" panose="00000400000000000000" pitchFamily="2" charset="0"/>
              </a:rPr>
              <a:t> </a:t>
            </a:r>
            <a:r>
              <a:rPr lang="en-US" b="1" dirty="0" err="1" smtClean="0">
                <a:latin typeface="Power Geez Unicode1" panose="00000400000000000000" pitchFamily="2" charset="0"/>
              </a:rPr>
              <a:t>በጣምራ</a:t>
            </a:r>
            <a:r>
              <a:rPr lang="en-US" b="1" dirty="0" smtClean="0">
                <a:latin typeface="Power Geez Unicode1" panose="00000400000000000000" pitchFamily="2" charset="0"/>
              </a:rPr>
              <a:t> </a:t>
            </a:r>
            <a:r>
              <a:rPr lang="en-US" b="1" dirty="0" err="1" smtClean="0">
                <a:latin typeface="Power Geez Unicode1" panose="00000400000000000000" pitchFamily="2" charset="0"/>
              </a:rPr>
              <a:t>የሚጠቅሳቸው</a:t>
            </a:r>
            <a:r>
              <a:rPr lang="en-US" b="1" dirty="0" smtClean="0">
                <a:latin typeface="Power Geez Unicode1" panose="00000400000000000000" pitchFamily="2" charset="0"/>
              </a:rPr>
              <a:t> </a:t>
            </a:r>
            <a:r>
              <a:rPr lang="en-US" b="1" dirty="0" err="1" smtClean="0">
                <a:latin typeface="Power Geez Unicode1" panose="00000400000000000000" pitchFamily="2" charset="0"/>
              </a:rPr>
              <a:t>ሲሆን</a:t>
            </a:r>
            <a:r>
              <a:rPr lang="en-US" b="1" dirty="0" smtClean="0">
                <a:latin typeface="Power Geez Unicode1" panose="00000400000000000000" pitchFamily="2" charset="0"/>
              </a:rPr>
              <a:t> </a:t>
            </a:r>
            <a:r>
              <a:rPr lang="en-US" b="1" dirty="0" err="1" smtClean="0">
                <a:latin typeface="Power Geez Unicode1" panose="00000400000000000000" pitchFamily="2" charset="0"/>
              </a:rPr>
              <a:t>አንዳንዴ</a:t>
            </a:r>
            <a:r>
              <a:rPr lang="en-US" b="1" dirty="0" smtClean="0">
                <a:latin typeface="Power Geez Unicode1" panose="00000400000000000000" pitchFamily="2" charset="0"/>
              </a:rPr>
              <a:t> </a:t>
            </a:r>
            <a:r>
              <a:rPr lang="en-US" b="1" dirty="0" err="1" smtClean="0">
                <a:latin typeface="Power Geez Unicode1" panose="00000400000000000000" pitchFamily="2" charset="0"/>
              </a:rPr>
              <a:t>ለየብቻ</a:t>
            </a:r>
            <a:r>
              <a:rPr lang="en-US" b="1" dirty="0" smtClean="0">
                <a:latin typeface="Power Geez Unicode1" panose="00000400000000000000" pitchFamily="2" charset="0"/>
              </a:rPr>
              <a:t> </a:t>
            </a:r>
            <a:r>
              <a:rPr lang="en-US" b="1" dirty="0" err="1" smtClean="0">
                <a:latin typeface="Power Geez Unicode1" panose="00000400000000000000" pitchFamily="2" charset="0"/>
              </a:rPr>
              <a:t>ይጠቅሳቸዋል</a:t>
            </a:r>
            <a:r>
              <a:rPr lang="en-US" b="1" dirty="0" smtClean="0">
                <a:latin typeface="Power Geez Unicode1" panose="00000400000000000000" pitchFamily="2" charset="0"/>
              </a:rPr>
              <a:t>፡፡</a:t>
            </a:r>
          </a:p>
          <a:p>
            <a:pPr>
              <a:lnSpc>
                <a:spcPct val="160000"/>
              </a:lnSpc>
              <a:buFont typeface="Wingdings" panose="05000000000000000000" pitchFamily="2" charset="2"/>
              <a:buChar char="§"/>
            </a:pPr>
            <a:r>
              <a:rPr lang="en-US" b="1" dirty="0">
                <a:latin typeface="Power Geez Unicode1" panose="00000400000000000000" pitchFamily="2" charset="0"/>
              </a:rPr>
              <a:t> </a:t>
            </a:r>
            <a:r>
              <a:rPr lang="en-US" b="1" dirty="0" err="1" smtClean="0">
                <a:latin typeface="Power Geez Unicode1" panose="00000400000000000000" pitchFamily="2" charset="0"/>
              </a:rPr>
              <a:t>ቶራ</a:t>
            </a:r>
            <a:r>
              <a:rPr lang="en-US" b="1" dirty="0" smtClean="0">
                <a:latin typeface="Power Geez Unicode1" panose="00000400000000000000" pitchFamily="2" charset="0"/>
              </a:rPr>
              <a:t> (</a:t>
            </a:r>
            <a:r>
              <a:rPr lang="en-US" b="1" dirty="0" err="1" smtClean="0">
                <a:latin typeface="Power Geez Unicode1" panose="00000400000000000000" pitchFamily="2" charset="0"/>
              </a:rPr>
              <a:t>ተውራት</a:t>
            </a:r>
            <a:r>
              <a:rPr lang="en-US" b="1" dirty="0" smtClean="0">
                <a:latin typeface="Power Geez Unicode1" panose="00000400000000000000" pitchFamily="2" charset="0"/>
              </a:rPr>
              <a:t>) </a:t>
            </a:r>
            <a:r>
              <a:rPr lang="en-US" b="1" dirty="0" err="1" smtClean="0">
                <a:latin typeface="Power Geez Unicode1" panose="00000400000000000000" pitchFamily="2" charset="0"/>
              </a:rPr>
              <a:t>በቁርአን</a:t>
            </a:r>
            <a:r>
              <a:rPr lang="en-US" b="1" dirty="0" smtClean="0">
                <a:latin typeface="Power Geez Unicode1" panose="00000400000000000000" pitchFamily="2" charset="0"/>
              </a:rPr>
              <a:t> </a:t>
            </a:r>
            <a:r>
              <a:rPr lang="en-US" b="1" dirty="0" err="1" smtClean="0">
                <a:latin typeface="Power Geez Unicode1" panose="00000400000000000000" pitchFamily="2" charset="0"/>
              </a:rPr>
              <a:t>ውስጥ</a:t>
            </a:r>
            <a:r>
              <a:rPr lang="en-US" b="1" dirty="0" smtClean="0">
                <a:latin typeface="Power Geez Unicode1" panose="00000400000000000000" pitchFamily="2" charset="0"/>
              </a:rPr>
              <a:t> 18 </a:t>
            </a:r>
            <a:r>
              <a:rPr lang="en-US" b="1" dirty="0" err="1" smtClean="0">
                <a:latin typeface="Power Geez Unicode1" panose="00000400000000000000" pitchFamily="2" charset="0"/>
              </a:rPr>
              <a:t>ጊዜ</a:t>
            </a:r>
            <a:r>
              <a:rPr lang="en-US" b="1" dirty="0" smtClean="0">
                <a:latin typeface="Power Geez Unicode1" panose="00000400000000000000" pitchFamily="2" charset="0"/>
              </a:rPr>
              <a:t> </a:t>
            </a:r>
            <a:r>
              <a:rPr lang="en-US" b="1" dirty="0" err="1" smtClean="0">
                <a:latin typeface="Power Geez Unicode1" panose="00000400000000000000" pitchFamily="2" charset="0"/>
              </a:rPr>
              <a:t>የተጠቀሰ</a:t>
            </a:r>
            <a:r>
              <a:rPr lang="en-US" b="1" dirty="0" smtClean="0">
                <a:latin typeface="Power Geez Unicode1" panose="00000400000000000000" pitchFamily="2" charset="0"/>
              </a:rPr>
              <a:t> </a:t>
            </a:r>
            <a:r>
              <a:rPr lang="en-US" b="1" dirty="0" err="1" smtClean="0">
                <a:latin typeface="Power Geez Unicode1" panose="00000400000000000000" pitchFamily="2" charset="0"/>
              </a:rPr>
              <a:t>ሲሆን</a:t>
            </a:r>
            <a:r>
              <a:rPr lang="en-US" b="1" dirty="0" smtClean="0">
                <a:latin typeface="Power Geez Unicode1" panose="00000400000000000000" pitchFamily="2" charset="0"/>
              </a:rPr>
              <a:t> </a:t>
            </a:r>
            <a:r>
              <a:rPr lang="en-US" b="1" dirty="0" err="1" smtClean="0">
                <a:latin typeface="Power Geez Unicode1" panose="00000400000000000000" pitchFamily="2" charset="0"/>
              </a:rPr>
              <a:t>ለእስራኤል</a:t>
            </a:r>
            <a:r>
              <a:rPr lang="en-US" b="1" dirty="0" smtClean="0">
                <a:latin typeface="Power Geez Unicode1" panose="00000400000000000000" pitchFamily="2" charset="0"/>
              </a:rPr>
              <a:t> </a:t>
            </a:r>
            <a:r>
              <a:rPr lang="en-US" b="1" dirty="0" err="1" smtClean="0">
                <a:latin typeface="Power Geez Unicode1" panose="00000400000000000000" pitchFamily="2" charset="0"/>
              </a:rPr>
              <a:t>ህዝብ</a:t>
            </a:r>
            <a:r>
              <a:rPr lang="en-US" b="1" dirty="0" smtClean="0">
                <a:latin typeface="Power Geez Unicode1" panose="00000400000000000000" pitchFamily="2" charset="0"/>
              </a:rPr>
              <a:t> </a:t>
            </a:r>
            <a:r>
              <a:rPr lang="en-US" b="1" dirty="0" err="1" smtClean="0">
                <a:latin typeface="Power Geez Unicode1" panose="00000400000000000000" pitchFamily="2" charset="0"/>
              </a:rPr>
              <a:t>መመሪያና</a:t>
            </a:r>
            <a:r>
              <a:rPr lang="en-US" b="1" dirty="0" smtClean="0">
                <a:latin typeface="Power Geez Unicode1" panose="00000400000000000000" pitchFamily="2" charset="0"/>
              </a:rPr>
              <a:t> </a:t>
            </a:r>
            <a:r>
              <a:rPr lang="en-US" b="1" dirty="0" err="1" smtClean="0">
                <a:latin typeface="Power Geez Unicode1" panose="00000400000000000000" pitchFamily="2" charset="0"/>
              </a:rPr>
              <a:t>ህግ</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እንዲሆን</a:t>
            </a:r>
            <a:r>
              <a:rPr lang="en-US" b="1" dirty="0" smtClean="0">
                <a:latin typeface="Power Geez Unicode1" panose="00000400000000000000" pitchFamily="2" charset="0"/>
              </a:rPr>
              <a:t> </a:t>
            </a:r>
            <a:r>
              <a:rPr lang="en-US" b="1" dirty="0" err="1" smtClean="0">
                <a:latin typeface="Power Geez Unicode1" panose="00000400000000000000" pitchFamily="2" charset="0"/>
              </a:rPr>
              <a:t>የተሰጠ</a:t>
            </a:r>
            <a:r>
              <a:rPr lang="en-US" b="1" dirty="0" smtClean="0">
                <a:latin typeface="Power Geez Unicode1" panose="00000400000000000000" pitchFamily="2" charset="0"/>
              </a:rPr>
              <a:t> </a:t>
            </a:r>
            <a:r>
              <a:rPr lang="en-US" b="1" dirty="0" err="1" smtClean="0">
                <a:latin typeface="Power Geez Unicode1" panose="00000400000000000000" pitchFamily="2" charset="0"/>
              </a:rPr>
              <a:t>መገለጥ</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እንደሆነ</a:t>
            </a:r>
            <a:r>
              <a:rPr lang="en-US" b="1" dirty="0" smtClean="0">
                <a:latin typeface="Power Geez Unicode1" panose="00000400000000000000" pitchFamily="2" charset="0"/>
              </a:rPr>
              <a:t> </a:t>
            </a:r>
            <a:r>
              <a:rPr lang="en-US" b="1" dirty="0" err="1" smtClean="0">
                <a:latin typeface="Power Geez Unicode1" panose="00000400000000000000" pitchFamily="2" charset="0"/>
              </a:rPr>
              <a:t>ያስተምራል</a:t>
            </a:r>
            <a:r>
              <a:rPr lang="en-US" b="1" dirty="0" smtClean="0">
                <a:latin typeface="Power Geez Unicode1" panose="00000400000000000000" pitchFamily="2" charset="0"/>
              </a:rPr>
              <a:t>፡፡</a:t>
            </a:r>
          </a:p>
          <a:p>
            <a:pPr>
              <a:lnSpc>
                <a:spcPct val="160000"/>
              </a:lnSpc>
              <a:buFont typeface="Wingdings" panose="05000000000000000000" pitchFamily="2" charset="2"/>
              <a:buChar char="§"/>
            </a:pPr>
            <a:r>
              <a:rPr lang="en-US" b="1" dirty="0">
                <a:latin typeface="Power Geez Unicode1" panose="00000400000000000000" pitchFamily="2" charset="0"/>
              </a:rPr>
              <a:t> </a:t>
            </a:r>
            <a:r>
              <a:rPr lang="en-US" b="1" dirty="0" err="1" smtClean="0">
                <a:latin typeface="Power Geez Unicode1" panose="00000400000000000000" pitchFamily="2" charset="0"/>
              </a:rPr>
              <a:t>ወንጌል</a:t>
            </a:r>
            <a:r>
              <a:rPr lang="en-US" b="1" dirty="0" smtClean="0">
                <a:latin typeface="Power Geez Unicode1" panose="00000400000000000000" pitchFamily="2" charset="0"/>
              </a:rPr>
              <a:t> (</a:t>
            </a:r>
            <a:r>
              <a:rPr lang="en-US" b="1" dirty="0" err="1" smtClean="0">
                <a:latin typeface="Power Geez Unicode1" panose="00000400000000000000" pitchFamily="2" charset="0"/>
              </a:rPr>
              <a:t>ኢንጂል</a:t>
            </a:r>
            <a:r>
              <a:rPr lang="en-US" b="1" dirty="0" smtClean="0">
                <a:latin typeface="Power Geez Unicode1" panose="00000400000000000000" pitchFamily="2" charset="0"/>
              </a:rPr>
              <a:t>) </a:t>
            </a:r>
            <a:r>
              <a:rPr lang="en-US" b="1" dirty="0" err="1" smtClean="0">
                <a:latin typeface="Power Geez Unicode1" panose="00000400000000000000" pitchFamily="2" charset="0"/>
              </a:rPr>
              <a:t>ደግሞ</a:t>
            </a:r>
            <a:r>
              <a:rPr lang="en-US" b="1" dirty="0" smtClean="0">
                <a:latin typeface="Power Geez Unicode1" panose="00000400000000000000" pitchFamily="2" charset="0"/>
              </a:rPr>
              <a:t> </a:t>
            </a:r>
            <a:r>
              <a:rPr lang="en-US" b="1" dirty="0" err="1" smtClean="0">
                <a:latin typeface="Power Geez Unicode1" panose="00000400000000000000" pitchFamily="2" charset="0"/>
              </a:rPr>
              <a:t>ለክርስቲያኖች</a:t>
            </a:r>
            <a:r>
              <a:rPr lang="en-US" b="1" dirty="0" smtClean="0">
                <a:latin typeface="Power Geez Unicode1" panose="00000400000000000000" pitchFamily="2" charset="0"/>
              </a:rPr>
              <a:t> </a:t>
            </a:r>
            <a:r>
              <a:rPr lang="en-US" b="1" dirty="0" err="1" smtClean="0">
                <a:latin typeface="Power Geez Unicode1" panose="00000400000000000000" pitchFamily="2" charset="0"/>
              </a:rPr>
              <a:t>መመሪያ</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እንዲሆን</a:t>
            </a:r>
            <a:r>
              <a:rPr lang="en-US" b="1" dirty="0" smtClean="0">
                <a:latin typeface="Power Geez Unicode1" panose="00000400000000000000" pitchFamily="2" charset="0"/>
              </a:rPr>
              <a:t> </a:t>
            </a:r>
            <a:r>
              <a:rPr lang="en-US" b="1" dirty="0" err="1" smtClean="0">
                <a:latin typeface="Power Geez Unicode1" panose="00000400000000000000" pitchFamily="2" charset="0"/>
              </a:rPr>
              <a:t>የተሰጠ</a:t>
            </a:r>
            <a:r>
              <a:rPr lang="en-US" b="1" dirty="0" smtClean="0">
                <a:latin typeface="Power Geez Unicode1" panose="00000400000000000000" pitchFamily="2" charset="0"/>
              </a:rPr>
              <a:t> </a:t>
            </a:r>
            <a:r>
              <a:rPr lang="en-US" b="1" dirty="0" err="1" smtClean="0">
                <a:latin typeface="Power Geez Unicode1" panose="00000400000000000000" pitchFamily="2" charset="0"/>
              </a:rPr>
              <a:t>መገለጥ</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እንደሆነ</a:t>
            </a:r>
            <a:r>
              <a:rPr lang="en-US" b="1" dirty="0" smtClean="0">
                <a:latin typeface="Power Geez Unicode1" panose="00000400000000000000" pitchFamily="2" charset="0"/>
              </a:rPr>
              <a:t> </a:t>
            </a:r>
            <a:r>
              <a:rPr lang="en-US" b="1" dirty="0" err="1" smtClean="0">
                <a:latin typeface="Power Geez Unicode1" panose="00000400000000000000" pitchFamily="2" charset="0"/>
              </a:rPr>
              <a:t>ቁርአን</a:t>
            </a:r>
            <a:r>
              <a:rPr lang="en-US" b="1" dirty="0" smtClean="0">
                <a:latin typeface="Power Geez Unicode1" panose="00000400000000000000" pitchFamily="2" charset="0"/>
              </a:rPr>
              <a:t> </a:t>
            </a:r>
            <a:r>
              <a:rPr lang="en-US" b="1" dirty="0" err="1" smtClean="0">
                <a:latin typeface="Power Geez Unicode1" panose="00000400000000000000" pitchFamily="2" charset="0"/>
              </a:rPr>
              <a:t>ያስተምራል</a:t>
            </a:r>
            <a:r>
              <a:rPr lang="en-US" b="1" dirty="0" smtClean="0">
                <a:latin typeface="Power Geez Unicode1" panose="00000400000000000000" pitchFamily="2" charset="0"/>
              </a:rPr>
              <a:t>፡፡</a:t>
            </a:r>
          </a:p>
          <a:p>
            <a:pPr>
              <a:lnSpc>
                <a:spcPct val="160000"/>
              </a:lnSpc>
              <a:buFont typeface="Wingdings" panose="05000000000000000000" pitchFamily="2" charset="2"/>
              <a:buChar char="§"/>
            </a:pPr>
            <a:r>
              <a:rPr lang="en-US" b="1" dirty="0">
                <a:latin typeface="Power Geez Unicode1" panose="00000400000000000000" pitchFamily="2" charset="0"/>
              </a:rPr>
              <a:t> </a:t>
            </a:r>
            <a:r>
              <a:rPr lang="en-US" b="1" dirty="0" err="1">
                <a:latin typeface="Power Geez Unicode1" panose="00000400000000000000" pitchFamily="2" charset="0"/>
              </a:rPr>
              <a:t>ስለወንጌል</a:t>
            </a:r>
            <a:r>
              <a:rPr lang="en-US" b="1" dirty="0">
                <a:latin typeface="Power Geez Unicode1" panose="00000400000000000000" pitchFamily="2" charset="0"/>
              </a:rPr>
              <a:t> </a:t>
            </a:r>
            <a:r>
              <a:rPr lang="en-US" b="1" dirty="0" err="1">
                <a:latin typeface="Power Geez Unicode1" panose="00000400000000000000" pitchFamily="2" charset="0"/>
              </a:rPr>
              <a:t>በቁርአን</a:t>
            </a:r>
            <a:r>
              <a:rPr lang="en-US" b="1" dirty="0">
                <a:latin typeface="Power Geez Unicode1" panose="00000400000000000000" pitchFamily="2" charset="0"/>
              </a:rPr>
              <a:t> </a:t>
            </a:r>
            <a:r>
              <a:rPr lang="en-US" b="1" dirty="0" err="1">
                <a:latin typeface="Power Geez Unicode1" panose="00000400000000000000" pitchFamily="2" charset="0"/>
              </a:rPr>
              <a:t>ውስጥ</a:t>
            </a:r>
            <a:r>
              <a:rPr lang="en-US" b="1" dirty="0">
                <a:latin typeface="Power Geez Unicode1" panose="00000400000000000000" pitchFamily="2" charset="0"/>
              </a:rPr>
              <a:t> 12 </a:t>
            </a:r>
            <a:r>
              <a:rPr lang="en-US" b="1" dirty="0" err="1">
                <a:latin typeface="Power Geez Unicode1" panose="00000400000000000000" pitchFamily="2" charset="0"/>
              </a:rPr>
              <a:t>ጊዜ</a:t>
            </a:r>
            <a:r>
              <a:rPr lang="en-US" b="1" dirty="0">
                <a:latin typeface="Power Geez Unicode1" panose="00000400000000000000" pitchFamily="2" charset="0"/>
              </a:rPr>
              <a:t> </a:t>
            </a:r>
            <a:r>
              <a:rPr lang="en-US" b="1" dirty="0" err="1">
                <a:latin typeface="Power Geez Unicode1" panose="00000400000000000000" pitchFamily="2" charset="0"/>
              </a:rPr>
              <a:t>ተጠቅሷል</a:t>
            </a:r>
            <a:r>
              <a:rPr lang="en-US" b="1" dirty="0" smtClean="0">
                <a:latin typeface="Power Geez Unicode1" panose="00000400000000000000" pitchFamily="2" charset="0"/>
              </a:rPr>
              <a:t>፡፡</a:t>
            </a:r>
            <a:endParaRPr lang="en-US" b="1" dirty="0" smtClean="0">
              <a:latin typeface="Power Geez Unicode1" panose="00000400000000000000" pitchFamily="2" charset="0"/>
            </a:endParaRPr>
          </a:p>
          <a:p>
            <a:pPr marL="0" indent="0">
              <a:buNone/>
            </a:pPr>
            <a:endParaRPr lang="en-US" dirty="0"/>
          </a:p>
        </p:txBody>
      </p:sp>
    </p:spTree>
    <p:extLst>
      <p:ext uri="{BB962C8B-B14F-4D97-AF65-F5344CB8AC3E}">
        <p14:creationId xmlns:p14="http://schemas.microsoft.com/office/powerpoint/2010/main" val="1086958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5719"/>
          </a:xfrm>
        </p:spPr>
        <p:txBody>
          <a:bodyPr>
            <a:normAutofit fontScale="90000"/>
          </a:bodyPr>
          <a:lstStyle/>
          <a:p>
            <a:endParaRPr lang="en-US" dirty="0"/>
          </a:p>
        </p:txBody>
      </p:sp>
      <p:sp>
        <p:nvSpPr>
          <p:cNvPr id="3" name="Content Placeholder 2"/>
          <p:cNvSpPr>
            <a:spLocks noGrp="1"/>
          </p:cNvSpPr>
          <p:nvPr>
            <p:ph idx="1"/>
          </p:nvPr>
        </p:nvSpPr>
        <p:spPr>
          <a:xfrm>
            <a:off x="152400" y="457200"/>
            <a:ext cx="8839200" cy="6324600"/>
          </a:xfrm>
        </p:spPr>
        <p:txBody>
          <a:bodyPr>
            <a:normAutofit lnSpcReduction="10000"/>
          </a:bodyPr>
          <a:lstStyle/>
          <a:p>
            <a:pPr algn="just">
              <a:lnSpc>
                <a:spcPct val="150000"/>
              </a:lnSpc>
              <a:buFont typeface="Wingdings" panose="05000000000000000000" pitchFamily="2" charset="2"/>
              <a:buChar char="§"/>
            </a:pPr>
            <a:r>
              <a:rPr lang="en-US" b="1" dirty="0" err="1" smtClean="0">
                <a:solidFill>
                  <a:srgbClr val="00B050"/>
                </a:solidFill>
                <a:latin typeface="Power Geez Unicode1" panose="00000400000000000000" pitchFamily="2" charset="0"/>
              </a:rPr>
              <a:t>ሱራ</a:t>
            </a:r>
            <a:r>
              <a:rPr lang="en-US" b="1" dirty="0" smtClean="0">
                <a:solidFill>
                  <a:srgbClr val="00B050"/>
                </a:solidFill>
                <a:latin typeface="Power Geez Unicode1" panose="00000400000000000000" pitchFamily="2" charset="0"/>
              </a:rPr>
              <a:t> </a:t>
            </a:r>
            <a:r>
              <a:rPr lang="en-US" b="1" dirty="0" smtClean="0">
                <a:solidFill>
                  <a:srgbClr val="00B050"/>
                </a:solidFill>
                <a:latin typeface="Power Geez Unicode1" panose="00000400000000000000" pitchFamily="2" charset="0"/>
              </a:rPr>
              <a:t>2፡136 </a:t>
            </a:r>
            <a:r>
              <a:rPr lang="en-US" b="1" dirty="0" err="1" smtClean="0">
                <a:solidFill>
                  <a:srgbClr val="00B050"/>
                </a:solidFill>
                <a:latin typeface="Power Geez Unicode1" panose="00000400000000000000" pitchFamily="2" charset="0"/>
              </a:rPr>
              <a:t>መጽሐፍ</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ቅዱስ</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ከፈጣሪ</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የተገለጠ</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መልዕክት</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እንደሆነ</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እንዲህ</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ይላል</a:t>
            </a:r>
            <a:r>
              <a:rPr lang="en-US" b="1" dirty="0" smtClean="0">
                <a:solidFill>
                  <a:srgbClr val="00B050"/>
                </a:solidFill>
                <a:latin typeface="Power Geez Unicode1" panose="00000400000000000000" pitchFamily="2" charset="0"/>
              </a:rPr>
              <a:t>፡-  </a:t>
            </a:r>
            <a:r>
              <a:rPr lang="am-ET" b="1" dirty="0"/>
              <a:t>«በአላህና ወደኛ በተወረደው (ቁርኣን) ወደ ኢብራሂምም ወደ ኢስማዒልና ወደ ኢስሐቅም ወደ ያዕቁብና ወደ ነገዶቹም በተወረደው በዚያም ሙሳና ዒሳ በተሰጡት በዚያም ነቢያት ሁሉ ከጌታቸው በተሰጡት </a:t>
            </a:r>
            <a:r>
              <a:rPr lang="am-ET" b="1" dirty="0">
                <a:solidFill>
                  <a:srgbClr val="7030A0"/>
                </a:solidFill>
              </a:rPr>
              <a:t>ከነርሱ በአንድም መካከል የማንለይ ስንኾን አመንን</a:t>
            </a:r>
            <a:r>
              <a:rPr lang="am-ET" b="1" dirty="0"/>
              <a:t>፤ እኛም ለርሱ (ለአላህ) ታዛዦች ነን» በሉ፡፡</a:t>
            </a:r>
            <a:endParaRPr lang="en-US" b="1" dirty="0" smtClean="0">
              <a:latin typeface="Power Geez Unicode1" panose="00000400000000000000" pitchFamily="2" charset="0"/>
            </a:endParaRPr>
          </a:p>
          <a:p>
            <a:pPr>
              <a:buFont typeface="Wingdings" panose="05000000000000000000" pitchFamily="2" charset="2"/>
              <a:buChar char="§"/>
            </a:pPr>
            <a:endParaRPr lang="en-US" dirty="0"/>
          </a:p>
        </p:txBody>
      </p:sp>
    </p:spTree>
    <p:extLst>
      <p:ext uri="{BB962C8B-B14F-4D97-AF65-F5344CB8AC3E}">
        <p14:creationId xmlns:p14="http://schemas.microsoft.com/office/powerpoint/2010/main" val="323280957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52400"/>
            <a:ext cx="8229600" cy="122238"/>
          </a:xfrm>
        </p:spPr>
        <p:txBody>
          <a:bodyPr>
            <a:normAutofit fontScale="90000"/>
          </a:bodyPr>
          <a:lstStyle/>
          <a:p>
            <a:endParaRPr lang="en-US" dirty="0"/>
          </a:p>
        </p:txBody>
      </p:sp>
      <p:sp>
        <p:nvSpPr>
          <p:cNvPr id="3" name="Content Placeholder 2"/>
          <p:cNvSpPr>
            <a:spLocks noGrp="1"/>
          </p:cNvSpPr>
          <p:nvPr>
            <p:ph idx="1"/>
          </p:nvPr>
        </p:nvSpPr>
        <p:spPr>
          <a:xfrm>
            <a:off x="152400" y="381000"/>
            <a:ext cx="8839200" cy="6324600"/>
          </a:xfrm>
        </p:spPr>
        <p:txBody>
          <a:bodyPr/>
          <a:lstStyle/>
          <a:p>
            <a:pPr marL="0" indent="0" algn="just">
              <a:lnSpc>
                <a:spcPct val="150000"/>
              </a:lnSpc>
              <a:buNone/>
            </a:pPr>
            <a:r>
              <a:rPr lang="en-US" b="1" dirty="0" err="1" smtClean="0">
                <a:solidFill>
                  <a:srgbClr val="00B050"/>
                </a:solidFill>
                <a:latin typeface="Power Geez Unicode1" panose="00000400000000000000" pitchFamily="2" charset="0"/>
              </a:rPr>
              <a:t>በሱራ</a:t>
            </a:r>
            <a:r>
              <a:rPr lang="en-US" b="1" dirty="0" smtClean="0">
                <a:solidFill>
                  <a:srgbClr val="00B050"/>
                </a:solidFill>
                <a:latin typeface="Power Geez Unicode1" panose="00000400000000000000" pitchFamily="2" charset="0"/>
              </a:rPr>
              <a:t> 4:163 </a:t>
            </a:r>
            <a:r>
              <a:rPr lang="en-US" b="1" dirty="0" err="1" smtClean="0">
                <a:solidFill>
                  <a:srgbClr val="00B050"/>
                </a:solidFill>
                <a:latin typeface="Power Geez Unicode1" panose="00000400000000000000" pitchFamily="2" charset="0"/>
              </a:rPr>
              <a:t>እንዲህ</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ይላል</a:t>
            </a:r>
            <a:r>
              <a:rPr lang="en-US" b="1" dirty="0" smtClean="0">
                <a:solidFill>
                  <a:srgbClr val="00B050"/>
                </a:solidFill>
                <a:latin typeface="Power Geez Unicode1" panose="00000400000000000000" pitchFamily="2" charset="0"/>
              </a:rPr>
              <a:t>፡- </a:t>
            </a:r>
            <a:r>
              <a:rPr lang="en-US" b="1" dirty="0" smtClean="0">
                <a:solidFill>
                  <a:srgbClr val="00B050"/>
                </a:solidFill>
                <a:latin typeface="Power Geez Unicode1" panose="00000400000000000000" pitchFamily="2" charset="0"/>
              </a:rPr>
              <a:t>“</a:t>
            </a:r>
            <a:r>
              <a:rPr lang="am-ET" b="1" dirty="0" smtClean="0"/>
              <a:t>እኛ </a:t>
            </a:r>
            <a:r>
              <a:rPr lang="am-ET" b="1" dirty="0"/>
              <a:t>ወደ ኑሕና ከርሱ በኋላ ወደ ነበሩት ነቢያት እንዳወረድን ወደ አንተም አወረድን፡፡ ወደ ኢብራሂምም፣ ወደ ኢስማዒልም፣ ወደ ኢስሓቅም፣ ወደ ያዕቆብም፣ ወደ ነገዶቹም፣ ወደ ዒሳም፣ ወደ አዩብም፣ ወደ ዩኑስም፣ ወደ ሃሩንና፣ ወደ ሱለይማንም አወረድን፡፡ </a:t>
            </a:r>
            <a:r>
              <a:rPr lang="am-ET" b="1" dirty="0">
                <a:solidFill>
                  <a:srgbClr val="7030A0"/>
                </a:solidFill>
              </a:rPr>
              <a:t>ለዳውድም ዘቡርን </a:t>
            </a:r>
            <a:r>
              <a:rPr lang="am-ET" b="1" dirty="0"/>
              <a:t>ሰጠነው</a:t>
            </a:r>
            <a:r>
              <a:rPr lang="am-ET" b="1" dirty="0" smtClean="0"/>
              <a:t>፡፡</a:t>
            </a:r>
            <a:r>
              <a:rPr lang="en-US" b="1" dirty="0" smtClean="0"/>
              <a:t>”</a:t>
            </a:r>
            <a:endParaRPr lang="en-US" b="1" dirty="0">
              <a:latin typeface="Power Geez Unicode1" panose="00000400000000000000" pitchFamily="2" charset="0"/>
            </a:endParaRPr>
          </a:p>
        </p:txBody>
      </p:sp>
    </p:spTree>
    <p:extLst>
      <p:ext uri="{BB962C8B-B14F-4D97-AF65-F5344CB8AC3E}">
        <p14:creationId xmlns:p14="http://schemas.microsoft.com/office/powerpoint/2010/main" val="289502682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228600"/>
            <a:ext cx="8229600" cy="46038"/>
          </a:xfrm>
        </p:spPr>
        <p:txBody>
          <a:bodyPr>
            <a:normAutofit fontScale="90000"/>
          </a:bodyPr>
          <a:lstStyle/>
          <a:p>
            <a:endParaRPr lang="en-US" dirty="0"/>
          </a:p>
        </p:txBody>
      </p:sp>
      <p:sp>
        <p:nvSpPr>
          <p:cNvPr id="3" name="Content Placeholder 2"/>
          <p:cNvSpPr>
            <a:spLocks noGrp="1"/>
          </p:cNvSpPr>
          <p:nvPr>
            <p:ph idx="1"/>
          </p:nvPr>
        </p:nvSpPr>
        <p:spPr>
          <a:xfrm>
            <a:off x="152400" y="381000"/>
            <a:ext cx="8839200" cy="6324600"/>
          </a:xfrm>
        </p:spPr>
        <p:txBody>
          <a:bodyPr>
            <a:normAutofit fontScale="85000" lnSpcReduction="10000"/>
          </a:bodyPr>
          <a:lstStyle/>
          <a:p>
            <a:pPr algn="just">
              <a:lnSpc>
                <a:spcPct val="150000"/>
              </a:lnSpc>
              <a:buFont typeface="Wingdings" panose="05000000000000000000" pitchFamily="2" charset="2"/>
              <a:buChar char="§"/>
            </a:pPr>
            <a:r>
              <a:rPr lang="en-US" b="1" dirty="0" err="1" smtClean="0">
                <a:solidFill>
                  <a:srgbClr val="00B050"/>
                </a:solidFill>
                <a:latin typeface="Power Geez Unicode1" panose="00000400000000000000" pitchFamily="2" charset="0"/>
              </a:rPr>
              <a:t>በሱራ</a:t>
            </a:r>
            <a:r>
              <a:rPr lang="en-US" b="1" dirty="0" smtClean="0">
                <a:solidFill>
                  <a:srgbClr val="00B050"/>
                </a:solidFill>
                <a:latin typeface="Power Geez Unicode1" panose="00000400000000000000" pitchFamily="2" charset="0"/>
              </a:rPr>
              <a:t> 3፡3 </a:t>
            </a:r>
            <a:r>
              <a:rPr lang="en-US" b="1" dirty="0" err="1" smtClean="0">
                <a:solidFill>
                  <a:srgbClr val="00B050"/>
                </a:solidFill>
                <a:latin typeface="Power Geez Unicode1" panose="00000400000000000000" pitchFamily="2" charset="0"/>
              </a:rPr>
              <a:t>እንዲህ</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ይላል</a:t>
            </a:r>
            <a:r>
              <a:rPr lang="en-US" b="1" dirty="0" smtClean="0">
                <a:latin typeface="Power Geez Unicode1" panose="00000400000000000000" pitchFamily="2" charset="0"/>
              </a:rPr>
              <a:t>፡- “</a:t>
            </a:r>
            <a:r>
              <a:rPr lang="am-ET" b="1" dirty="0" smtClean="0"/>
              <a:t>ከርሱ </a:t>
            </a:r>
            <a:r>
              <a:rPr lang="am-ET" b="1" dirty="0"/>
              <a:t>በፊት ያሉትን መጻሕፍት </a:t>
            </a:r>
            <a:r>
              <a:rPr lang="am-ET" b="1" dirty="0">
                <a:solidFill>
                  <a:srgbClr val="7030A0"/>
                </a:solidFill>
              </a:rPr>
              <a:t>የሚያረጋግጥ</a:t>
            </a:r>
            <a:r>
              <a:rPr lang="am-ET" b="1" dirty="0"/>
              <a:t> ሲኾን መጽሐፉን (ቁርኣንን) ባንተ ላይ ከፋፍሎ በእውነት አወረደ፡፡ </a:t>
            </a:r>
            <a:r>
              <a:rPr lang="am-ET" b="1" dirty="0">
                <a:solidFill>
                  <a:srgbClr val="7030A0"/>
                </a:solidFill>
              </a:rPr>
              <a:t>ተውራትንና ኢንጂልንም አውርዷል</a:t>
            </a:r>
            <a:r>
              <a:rPr lang="am-ET" b="1" dirty="0" smtClean="0">
                <a:solidFill>
                  <a:srgbClr val="7030A0"/>
                </a:solidFill>
              </a:rPr>
              <a:t>፡፡</a:t>
            </a:r>
            <a:r>
              <a:rPr lang="en-US" b="1" dirty="0" smtClean="0">
                <a:solidFill>
                  <a:srgbClr val="7030A0"/>
                </a:solidFill>
              </a:rPr>
              <a:t>”</a:t>
            </a:r>
            <a:endParaRPr lang="en-US" b="1" dirty="0" smtClean="0">
              <a:solidFill>
                <a:srgbClr val="7030A0"/>
              </a:solidFill>
            </a:endParaRPr>
          </a:p>
          <a:p>
            <a:pPr algn="just">
              <a:lnSpc>
                <a:spcPct val="150000"/>
              </a:lnSpc>
              <a:buFont typeface="Wingdings" panose="05000000000000000000" pitchFamily="2" charset="2"/>
              <a:buChar char="§"/>
            </a:pPr>
            <a:r>
              <a:rPr lang="en-US" b="1" dirty="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ሱራ</a:t>
            </a:r>
            <a:r>
              <a:rPr lang="en-US" b="1" dirty="0" smtClean="0">
                <a:solidFill>
                  <a:srgbClr val="00B050"/>
                </a:solidFill>
                <a:latin typeface="Power Geez Unicode1" panose="00000400000000000000" pitchFamily="2" charset="0"/>
              </a:rPr>
              <a:t> 3፡84 </a:t>
            </a:r>
            <a:r>
              <a:rPr lang="en-US" b="1" dirty="0" err="1" smtClean="0">
                <a:solidFill>
                  <a:srgbClr val="00B050"/>
                </a:solidFill>
                <a:latin typeface="Power Geez Unicode1" panose="00000400000000000000" pitchFamily="2" charset="0"/>
              </a:rPr>
              <a:t>እንዲህ</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ይላል</a:t>
            </a:r>
            <a:r>
              <a:rPr lang="en-US" b="1" dirty="0" smtClean="0">
                <a:solidFill>
                  <a:srgbClr val="00B050"/>
                </a:solidFill>
                <a:latin typeface="Power Geez Unicode1" panose="00000400000000000000" pitchFamily="2" charset="0"/>
              </a:rPr>
              <a:t>፡- </a:t>
            </a:r>
            <a:r>
              <a:rPr lang="am-ET" b="1" dirty="0"/>
              <a:t>"</a:t>
            </a:r>
            <a:r>
              <a:rPr lang="am-ET" b="1" dirty="0" smtClean="0"/>
              <a:t>የአላህን መጽሐፍ አምነናል፡፡ በእኛ ላይ የወረደውንና በኢብራሂም፣ በኢስማኢል፣ በኢስሐቅ፣ በያዕቆብና በልጆቻቸው ላይ የወረደውንም አምነናል፡፡ እንዲሁም ለሙሳና ለዒሳና ለነቢያት ሁሉ ከጌታቸው </a:t>
            </a:r>
            <a:r>
              <a:rPr lang="am-ET" b="1" dirty="0" smtClean="0">
                <a:solidFill>
                  <a:srgbClr val="7030A0"/>
                </a:solidFill>
              </a:rPr>
              <a:t>የተሰጣቸውን አምነናል</a:t>
            </a:r>
            <a:r>
              <a:rPr lang="am-ET" b="1" dirty="0" smtClean="0"/>
              <a:t>፡፡ </a:t>
            </a:r>
            <a:r>
              <a:rPr lang="am-ET" b="1" dirty="0" smtClean="0">
                <a:solidFill>
                  <a:srgbClr val="7030A0"/>
                </a:solidFill>
              </a:rPr>
              <a:t>በመካከላቸውም ምንም ልዩነት አናደርግም</a:t>
            </a:r>
            <a:r>
              <a:rPr lang="am-ET" b="1" dirty="0" smtClean="0"/>
              <a:t>፡፡ እኛ ለእርሱ ታዛዦች ነን፡፡</a:t>
            </a:r>
            <a:r>
              <a:rPr lang="am-ET" b="1" dirty="0"/>
              <a:t>"</a:t>
            </a:r>
            <a:endParaRPr lang="en-US" b="1" dirty="0" smtClean="0">
              <a:solidFill>
                <a:srgbClr val="00B050"/>
              </a:solidFill>
              <a:latin typeface="Power Geez Unicode1" panose="00000400000000000000" pitchFamily="2" charset="0"/>
            </a:endParaRPr>
          </a:p>
          <a:p>
            <a:pPr algn="just">
              <a:lnSpc>
                <a:spcPct val="150000"/>
              </a:lnSpc>
              <a:buFont typeface="Wingdings" panose="05000000000000000000" pitchFamily="2" charset="2"/>
              <a:buChar char="§"/>
            </a:pPr>
            <a:endParaRPr lang="en-US" b="1" dirty="0" smtClean="0">
              <a:latin typeface="Power Geez Unicode1" panose="00000400000000000000" pitchFamily="2" charset="0"/>
            </a:endParaRPr>
          </a:p>
          <a:p>
            <a:pPr marL="0" indent="0">
              <a:buNone/>
            </a:pPr>
            <a:endParaRPr lang="en-US" dirty="0"/>
          </a:p>
        </p:txBody>
      </p:sp>
    </p:spTree>
    <p:extLst>
      <p:ext uri="{BB962C8B-B14F-4D97-AF65-F5344CB8AC3E}">
        <p14:creationId xmlns:p14="http://schemas.microsoft.com/office/powerpoint/2010/main" val="539284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52400"/>
            <a:ext cx="8229600" cy="122238"/>
          </a:xfrm>
        </p:spPr>
        <p:txBody>
          <a:bodyPr>
            <a:normAutofit fontScale="90000"/>
          </a:bodyPr>
          <a:lstStyle/>
          <a:p>
            <a:endParaRPr lang="en-US" dirty="0"/>
          </a:p>
        </p:txBody>
      </p:sp>
      <p:sp>
        <p:nvSpPr>
          <p:cNvPr id="3" name="Content Placeholder 2"/>
          <p:cNvSpPr>
            <a:spLocks noGrp="1"/>
          </p:cNvSpPr>
          <p:nvPr>
            <p:ph idx="1"/>
          </p:nvPr>
        </p:nvSpPr>
        <p:spPr>
          <a:xfrm>
            <a:off x="152400" y="381000"/>
            <a:ext cx="8839200" cy="6477000"/>
          </a:xfrm>
        </p:spPr>
        <p:txBody>
          <a:bodyPr>
            <a:normAutofit fontScale="55000" lnSpcReduction="20000"/>
          </a:bodyPr>
          <a:lstStyle/>
          <a:p>
            <a:pPr marL="0" indent="0" algn="just">
              <a:lnSpc>
                <a:spcPct val="170000"/>
              </a:lnSpc>
              <a:buNone/>
            </a:pPr>
            <a:r>
              <a:rPr lang="en-US" sz="5100" b="1" dirty="0" err="1" smtClean="0">
                <a:solidFill>
                  <a:srgbClr val="00B050"/>
                </a:solidFill>
                <a:latin typeface="Power Geez Unicode1" panose="00000400000000000000" pitchFamily="2" charset="0"/>
              </a:rPr>
              <a:t>ሱራ</a:t>
            </a:r>
            <a:r>
              <a:rPr lang="en-US" sz="5100" b="1" dirty="0" smtClean="0">
                <a:solidFill>
                  <a:srgbClr val="00B050"/>
                </a:solidFill>
                <a:latin typeface="Power Geez Unicode1" panose="00000400000000000000" pitchFamily="2" charset="0"/>
              </a:rPr>
              <a:t> 4፡136 </a:t>
            </a:r>
            <a:r>
              <a:rPr lang="en-US" sz="5100" b="1" dirty="0" err="1" smtClean="0">
                <a:solidFill>
                  <a:srgbClr val="00B050"/>
                </a:solidFill>
                <a:latin typeface="Power Geez Unicode1" panose="00000400000000000000" pitchFamily="2" charset="0"/>
              </a:rPr>
              <a:t>እንዲህ</a:t>
            </a:r>
            <a:r>
              <a:rPr lang="en-US" sz="5100" b="1" dirty="0" smtClean="0">
                <a:solidFill>
                  <a:srgbClr val="00B050"/>
                </a:solidFill>
                <a:latin typeface="Power Geez Unicode1" panose="00000400000000000000" pitchFamily="2" charset="0"/>
              </a:rPr>
              <a:t> </a:t>
            </a:r>
            <a:r>
              <a:rPr lang="en-US" sz="5100" b="1" dirty="0" err="1" smtClean="0">
                <a:solidFill>
                  <a:srgbClr val="00B050"/>
                </a:solidFill>
                <a:latin typeface="Power Geez Unicode1" panose="00000400000000000000" pitchFamily="2" charset="0"/>
              </a:rPr>
              <a:t>ይላል</a:t>
            </a:r>
            <a:r>
              <a:rPr lang="en-US" sz="5100" b="1" dirty="0" smtClean="0">
                <a:solidFill>
                  <a:srgbClr val="00B050"/>
                </a:solidFill>
                <a:latin typeface="Power Geez Unicode1" panose="00000400000000000000" pitchFamily="2" charset="0"/>
              </a:rPr>
              <a:t>፡- </a:t>
            </a:r>
            <a:r>
              <a:rPr lang="en-US" sz="5100" b="1" dirty="0" smtClean="0">
                <a:solidFill>
                  <a:srgbClr val="00B050"/>
                </a:solidFill>
                <a:latin typeface="Power Geez Unicode1" panose="00000400000000000000" pitchFamily="2" charset="0"/>
              </a:rPr>
              <a:t>“</a:t>
            </a:r>
            <a:r>
              <a:rPr lang="am-ET" sz="5100" b="1" dirty="0" smtClean="0"/>
              <a:t>እናንተ </a:t>
            </a:r>
            <a:r>
              <a:rPr lang="am-ET" sz="5100" b="1" dirty="0"/>
              <a:t>ያመናችሁ ሆይ! በአላህና በመልክተኛው በዚያም በመልክተኛው ላይ ባወረደው መጽሐፍ </a:t>
            </a:r>
            <a:r>
              <a:rPr lang="am-ET" sz="5100" b="1" dirty="0">
                <a:solidFill>
                  <a:srgbClr val="7030A0"/>
                </a:solidFill>
              </a:rPr>
              <a:t>በዚያም ከበፊቱ ባወረደው መጽሐፍ እመኑ</a:t>
            </a:r>
            <a:r>
              <a:rPr lang="am-ET" sz="5100" b="1" dirty="0"/>
              <a:t>፡፡ በአላህና በመላእክቱም፣ በመጽሐፎቹም፣ በመልክተኞቹም፣ በመጨረሻውም ቀን፣ የካደ ሰው (ከእውነት) የራቀን መሳሳት በእርግጥ ተሳሳተ</a:t>
            </a:r>
            <a:r>
              <a:rPr lang="am-ET" sz="5100" b="1" dirty="0" smtClean="0"/>
              <a:t>፡፡</a:t>
            </a:r>
            <a:r>
              <a:rPr lang="en-US" sz="5100" b="1" dirty="0" smtClean="0"/>
              <a:t>”</a:t>
            </a:r>
          </a:p>
          <a:p>
            <a:pPr marL="0" indent="0" algn="just">
              <a:lnSpc>
                <a:spcPct val="170000"/>
              </a:lnSpc>
              <a:buNone/>
            </a:pPr>
            <a:r>
              <a:rPr lang="en-US" sz="5100" b="1" dirty="0">
                <a:latin typeface="Power Geez Unicode1" panose="00000400000000000000" pitchFamily="2" charset="0"/>
              </a:rPr>
              <a:t> </a:t>
            </a:r>
            <a:r>
              <a:rPr lang="ar-AE" sz="5100" b="1" dirty="0">
                <a:latin typeface="Power Geez Unicode1" panose="00000400000000000000" pitchFamily="2" charset="0"/>
              </a:rPr>
              <a:t>يَـٰٓأَيُّهَا ٱلَّذِينَ ءَامَنُوٓا۟ ءَامِنُوا۟ بِٱللَّهِ وَرَسُولِهِۦ وَٱلْكِتَـٰبِ ٱلَّذِى نَزَّلَ عَلَىٰ رَسُولِهِۦ وَٱلْكِتَـٰبِ ٱلَّذِىٓ أَنزَلَ مِن قَبْلُ ۚ وَمَن يَكْفُرْ بِٱللَّهِ وَمَلَـٰٓئِكَتِهِۦ وَكُتُبِهِۦ وَرُسُلِهِۦ وَٱلْيَوْمِ ٱلْـَٔاخِرِ فَقَدْ ضَلَّ </a:t>
            </a:r>
            <a:r>
              <a:rPr lang="ar-AE" sz="5100" b="1" dirty="0">
                <a:solidFill>
                  <a:srgbClr val="7030A0"/>
                </a:solidFill>
                <a:latin typeface="Power Geez Unicode1" panose="00000400000000000000" pitchFamily="2" charset="0"/>
              </a:rPr>
              <a:t>ضَلَـٰلًۢا بَعِيدًا </a:t>
            </a:r>
            <a:r>
              <a:rPr lang="ar-AE" sz="5100" b="1" dirty="0">
                <a:latin typeface="Power Geez Unicode1" panose="00000400000000000000" pitchFamily="2" charset="0"/>
              </a:rPr>
              <a:t>١٣٦</a:t>
            </a:r>
            <a:endParaRPr lang="en-US" sz="5100" b="1" dirty="0" smtClean="0">
              <a:latin typeface="Power Geez Unicode1" panose="00000400000000000000" pitchFamily="2" charset="0"/>
            </a:endParaRPr>
          </a:p>
          <a:p>
            <a:pPr marL="0" indent="0">
              <a:buNone/>
            </a:pPr>
            <a:endParaRPr lang="en-US" dirty="0"/>
          </a:p>
        </p:txBody>
      </p:sp>
    </p:spTree>
    <p:extLst>
      <p:ext uri="{BB962C8B-B14F-4D97-AF65-F5344CB8AC3E}">
        <p14:creationId xmlns:p14="http://schemas.microsoft.com/office/powerpoint/2010/main" val="356089950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228600"/>
            <a:ext cx="8229600" cy="46038"/>
          </a:xfrm>
        </p:spPr>
        <p:txBody>
          <a:bodyPr>
            <a:normAutofit fontScale="90000"/>
          </a:bodyPr>
          <a:lstStyle/>
          <a:p>
            <a:endParaRPr lang="en-US" dirty="0"/>
          </a:p>
        </p:txBody>
      </p:sp>
      <p:sp>
        <p:nvSpPr>
          <p:cNvPr id="3" name="Content Placeholder 2"/>
          <p:cNvSpPr>
            <a:spLocks noGrp="1"/>
          </p:cNvSpPr>
          <p:nvPr>
            <p:ph idx="1"/>
          </p:nvPr>
        </p:nvSpPr>
        <p:spPr>
          <a:xfrm>
            <a:off x="152400" y="533400"/>
            <a:ext cx="8915400" cy="6172200"/>
          </a:xfrm>
        </p:spPr>
        <p:txBody>
          <a:bodyPr>
            <a:normAutofit/>
          </a:bodyPr>
          <a:lstStyle/>
          <a:p>
            <a:pPr marL="0" indent="0" algn="just">
              <a:lnSpc>
                <a:spcPct val="150000"/>
              </a:lnSpc>
              <a:buNone/>
            </a:pPr>
            <a:r>
              <a:rPr lang="en-US" b="1" dirty="0">
                <a:solidFill>
                  <a:srgbClr val="00B050"/>
                </a:solidFill>
                <a:latin typeface="Power Geez Unicode1" panose="00000400000000000000" pitchFamily="2" charset="0"/>
              </a:rPr>
              <a:t> </a:t>
            </a:r>
            <a:r>
              <a:rPr lang="en-US" b="1" dirty="0" err="1">
                <a:solidFill>
                  <a:srgbClr val="00B050"/>
                </a:solidFill>
                <a:latin typeface="Power Geez Unicode1" panose="00000400000000000000" pitchFamily="2" charset="0"/>
              </a:rPr>
              <a:t>ሱራ</a:t>
            </a:r>
            <a:r>
              <a:rPr lang="en-US" b="1" dirty="0">
                <a:solidFill>
                  <a:srgbClr val="00B050"/>
                </a:solidFill>
                <a:latin typeface="Power Geez Unicode1" panose="00000400000000000000" pitchFamily="2" charset="0"/>
              </a:rPr>
              <a:t> 5፡68 </a:t>
            </a:r>
            <a:r>
              <a:rPr lang="en-US" b="1" dirty="0" err="1">
                <a:solidFill>
                  <a:srgbClr val="00B050"/>
                </a:solidFill>
                <a:latin typeface="Power Geez Unicode1" panose="00000400000000000000" pitchFamily="2" charset="0"/>
              </a:rPr>
              <a:t>እንዲህ</a:t>
            </a:r>
            <a:r>
              <a:rPr lang="en-US" b="1" dirty="0">
                <a:solidFill>
                  <a:srgbClr val="00B050"/>
                </a:solidFill>
                <a:latin typeface="Power Geez Unicode1" panose="00000400000000000000" pitchFamily="2" charset="0"/>
              </a:rPr>
              <a:t> </a:t>
            </a:r>
            <a:r>
              <a:rPr lang="en-US" b="1" dirty="0" err="1">
                <a:solidFill>
                  <a:srgbClr val="00B050"/>
                </a:solidFill>
                <a:latin typeface="Power Geez Unicode1" panose="00000400000000000000" pitchFamily="2" charset="0"/>
              </a:rPr>
              <a:t>ይላል</a:t>
            </a:r>
            <a:r>
              <a:rPr lang="en-US" b="1" dirty="0" smtClean="0">
                <a:solidFill>
                  <a:srgbClr val="00B050"/>
                </a:solidFill>
                <a:latin typeface="Power Geez Unicode1" panose="00000400000000000000" pitchFamily="2" charset="0"/>
              </a:rPr>
              <a:t>፡-</a:t>
            </a:r>
            <a:r>
              <a:rPr lang="en-US" b="1" dirty="0" smtClean="0"/>
              <a:t> “</a:t>
            </a:r>
            <a:r>
              <a:rPr lang="am-ET" b="1" dirty="0" smtClean="0"/>
              <a:t>እናንተ </a:t>
            </a:r>
            <a:r>
              <a:rPr lang="am-ET" b="1" dirty="0"/>
              <a:t>የመጽሐፉ ባለቤቶች ሆይ! ተውራትንና ኢንጂልን ከጌታችሁም </a:t>
            </a:r>
            <a:r>
              <a:rPr lang="am-ET" b="1" dirty="0">
                <a:solidFill>
                  <a:srgbClr val="7030A0"/>
                </a:solidFill>
              </a:rPr>
              <a:t>ወደእናንተ የተወረደውን እስከምታቆሙ (እስከምትሠሩባቸው) ድረስ በምንም ላይ አይደላችሁም»</a:t>
            </a:r>
            <a:r>
              <a:rPr lang="am-ET" b="1" dirty="0"/>
              <a:t> በላቸው፡፡ ከጌታህም ወደ አንተ የተወረደው ቁርኣን ከእነሱ ብዙዎቹን ትዕቢትንና ክህደትን በእርግጥ ይጨምርባቸዋል፡፡ በከሓዲያን ሕዝቦችም ላይ አትዘን</a:t>
            </a:r>
            <a:r>
              <a:rPr lang="am-ET" b="1" dirty="0" smtClean="0"/>
              <a:t>፡</a:t>
            </a:r>
            <a:r>
              <a:rPr lang="en-US" b="1" dirty="0" smtClean="0"/>
              <a:t>፡”</a:t>
            </a:r>
            <a:endParaRPr lang="en-US" b="1" dirty="0">
              <a:solidFill>
                <a:srgbClr val="00B050"/>
              </a:solidFill>
              <a:latin typeface="Power Geez Unicode1" panose="00000400000000000000" pitchFamily="2" charset="0"/>
            </a:endParaRPr>
          </a:p>
        </p:txBody>
      </p:sp>
    </p:spTree>
    <p:extLst>
      <p:ext uri="{BB962C8B-B14F-4D97-AF65-F5344CB8AC3E}">
        <p14:creationId xmlns:p14="http://schemas.microsoft.com/office/powerpoint/2010/main" val="25529043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76200"/>
            <a:ext cx="8229600" cy="198438"/>
          </a:xfrm>
        </p:spPr>
        <p:txBody>
          <a:bodyPr>
            <a:normAutofit fontScale="90000"/>
          </a:bodyPr>
          <a:lstStyle/>
          <a:p>
            <a:endParaRPr lang="en-US" dirty="0"/>
          </a:p>
        </p:txBody>
      </p:sp>
      <p:sp>
        <p:nvSpPr>
          <p:cNvPr id="3" name="Content Placeholder 2"/>
          <p:cNvSpPr>
            <a:spLocks noGrp="1"/>
          </p:cNvSpPr>
          <p:nvPr>
            <p:ph idx="1"/>
          </p:nvPr>
        </p:nvSpPr>
        <p:spPr>
          <a:xfrm>
            <a:off x="152400" y="381000"/>
            <a:ext cx="8915400" cy="6324600"/>
          </a:xfrm>
        </p:spPr>
        <p:txBody>
          <a:bodyPr>
            <a:normAutofit fontScale="85000" lnSpcReduction="10000"/>
          </a:bodyPr>
          <a:lstStyle/>
          <a:p>
            <a:pPr marL="0" indent="0" algn="just">
              <a:lnSpc>
                <a:spcPct val="170000"/>
              </a:lnSpc>
              <a:buNone/>
            </a:pPr>
            <a:r>
              <a:rPr lang="en-US" b="1" dirty="0" err="1" smtClean="0">
                <a:solidFill>
                  <a:srgbClr val="00B050"/>
                </a:solidFill>
                <a:latin typeface="Power Geez Unicode1" panose="00000400000000000000" pitchFamily="2" charset="0"/>
              </a:rPr>
              <a:t>ሱራ</a:t>
            </a:r>
            <a:r>
              <a:rPr lang="en-US" b="1" dirty="0" smtClean="0">
                <a:solidFill>
                  <a:srgbClr val="00B050"/>
                </a:solidFill>
                <a:latin typeface="Power Geez Unicode1" panose="00000400000000000000" pitchFamily="2" charset="0"/>
              </a:rPr>
              <a:t> 5፡46-48 </a:t>
            </a:r>
            <a:r>
              <a:rPr lang="en-US" b="1" dirty="0" err="1" smtClean="0">
                <a:solidFill>
                  <a:srgbClr val="00B050"/>
                </a:solidFill>
                <a:latin typeface="Power Geez Unicode1" panose="00000400000000000000" pitchFamily="2" charset="0"/>
              </a:rPr>
              <a:t>እንዲህ</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ይላል</a:t>
            </a:r>
            <a:r>
              <a:rPr lang="en-US" b="1" dirty="0" smtClean="0">
                <a:solidFill>
                  <a:srgbClr val="00B050"/>
                </a:solidFill>
                <a:latin typeface="Power Geez Unicode1" panose="00000400000000000000" pitchFamily="2" charset="0"/>
              </a:rPr>
              <a:t>፡-</a:t>
            </a:r>
          </a:p>
          <a:p>
            <a:pPr marL="0" indent="0" algn="just">
              <a:lnSpc>
                <a:spcPct val="170000"/>
              </a:lnSpc>
              <a:buNone/>
            </a:pPr>
            <a:r>
              <a:rPr lang="en-US" b="1" dirty="0" smtClean="0">
                <a:solidFill>
                  <a:srgbClr val="00B050"/>
                </a:solidFill>
                <a:latin typeface="Power Geez Unicode1" panose="00000400000000000000" pitchFamily="2" charset="0"/>
              </a:rPr>
              <a:t>5፡46 </a:t>
            </a:r>
            <a:r>
              <a:rPr lang="en-US" b="1" dirty="0" smtClean="0">
                <a:latin typeface="Power Geez Unicode1" panose="00000400000000000000" pitchFamily="2" charset="0"/>
              </a:rPr>
              <a:t>– “</a:t>
            </a:r>
            <a:r>
              <a:rPr lang="am-ET" b="1" dirty="0" smtClean="0"/>
              <a:t>በፈለጎቻቸውም </a:t>
            </a:r>
            <a:r>
              <a:rPr lang="am-ET" b="1" dirty="0"/>
              <a:t>(በነቢያቶቹ ፈለግ) ላይ የመርየምን ልጅ ዒሳን ከተውራት በስተፊቱ ያለውን </a:t>
            </a:r>
            <a:r>
              <a:rPr lang="am-ET" b="1" dirty="0">
                <a:solidFill>
                  <a:srgbClr val="7030A0"/>
                </a:solidFill>
              </a:rPr>
              <a:t>አረጋጋጭ</a:t>
            </a:r>
            <a:r>
              <a:rPr lang="am-ET" b="1" dirty="0"/>
              <a:t> ሲኾን አስከተልን፡፡ ኢንጂልንም በውስጡ </a:t>
            </a:r>
            <a:r>
              <a:rPr lang="am-ET" b="1" dirty="0">
                <a:solidFill>
                  <a:srgbClr val="7030A0"/>
                </a:solidFill>
              </a:rPr>
              <a:t>ቀጥታና ብርሃን </a:t>
            </a:r>
            <a:r>
              <a:rPr lang="am-ET" b="1" dirty="0"/>
              <a:t>ያለበት በስተፊቱ ያለችውን ተውራትንም የሚያረጋግጥ ለጥንቁቆችም </a:t>
            </a:r>
            <a:r>
              <a:rPr lang="am-ET" b="1" dirty="0">
                <a:solidFill>
                  <a:srgbClr val="7030A0"/>
                </a:solidFill>
              </a:rPr>
              <a:t>መሪና ገሳጭ </a:t>
            </a:r>
            <a:r>
              <a:rPr lang="am-ET" b="1" dirty="0"/>
              <a:t>ሲኾን ሰጠነው</a:t>
            </a:r>
            <a:r>
              <a:rPr lang="am-ET" b="1" dirty="0" smtClean="0"/>
              <a:t>፡፡</a:t>
            </a:r>
            <a:r>
              <a:rPr lang="en-US" b="1" dirty="0" smtClean="0"/>
              <a:t>”</a:t>
            </a:r>
            <a:endParaRPr lang="en-US" b="1" dirty="0" smtClean="0">
              <a:latin typeface="Power Geez Unicode1" panose="00000400000000000000" pitchFamily="2" charset="0"/>
            </a:endParaRPr>
          </a:p>
          <a:p>
            <a:pPr marL="0" indent="0" algn="just">
              <a:lnSpc>
                <a:spcPct val="170000"/>
              </a:lnSpc>
              <a:buNone/>
            </a:pPr>
            <a:r>
              <a:rPr lang="en-US" b="1" dirty="0" smtClean="0">
                <a:solidFill>
                  <a:srgbClr val="00B050"/>
                </a:solidFill>
                <a:latin typeface="Power Geez Unicode1" panose="00000400000000000000" pitchFamily="2" charset="0"/>
              </a:rPr>
              <a:t>5፡47</a:t>
            </a:r>
            <a:r>
              <a:rPr lang="en-US" b="1" dirty="0" smtClean="0">
                <a:latin typeface="Power Geez Unicode1" panose="00000400000000000000" pitchFamily="2" charset="0"/>
              </a:rPr>
              <a:t> </a:t>
            </a:r>
            <a:r>
              <a:rPr lang="en-US" b="1" dirty="0" smtClean="0">
                <a:latin typeface="Power Geez Unicode1" panose="00000400000000000000" pitchFamily="2" charset="0"/>
              </a:rPr>
              <a:t>– “</a:t>
            </a:r>
            <a:r>
              <a:rPr lang="am-ET" b="1" dirty="0" smtClean="0"/>
              <a:t>የኢንጅልም </a:t>
            </a:r>
            <a:r>
              <a:rPr lang="am-ET" b="1" dirty="0"/>
              <a:t>ባለቤቶች በውስጡ አላህ ባወረደው</a:t>
            </a:r>
            <a:r>
              <a:rPr lang="am-ET" b="1" dirty="0">
                <a:solidFill>
                  <a:srgbClr val="7030A0"/>
                </a:solidFill>
              </a:rPr>
              <a:t> ሕግ ይፍረዱ፡፡</a:t>
            </a:r>
            <a:r>
              <a:rPr lang="am-ET" b="1" dirty="0"/>
              <a:t> አላህም ባወረደው የማይፈርድ ሰው እነዚያ </a:t>
            </a:r>
            <a:r>
              <a:rPr lang="am-ET" b="1" dirty="0">
                <a:solidFill>
                  <a:srgbClr val="7030A0"/>
                </a:solidFill>
              </a:rPr>
              <a:t>አመጸኞች</a:t>
            </a:r>
            <a:r>
              <a:rPr lang="am-ET" b="1" dirty="0"/>
              <a:t> እነርሱ ናቸው</a:t>
            </a:r>
            <a:r>
              <a:rPr lang="am-ET" b="1" dirty="0" smtClean="0"/>
              <a:t>፡፡</a:t>
            </a:r>
            <a:r>
              <a:rPr lang="en-US" b="1" dirty="0" smtClean="0"/>
              <a:t>”</a:t>
            </a:r>
            <a:endParaRPr lang="en-US" b="1" dirty="0" smtClean="0">
              <a:latin typeface="Power Geez Unicode1" panose="00000400000000000000" pitchFamily="2" charset="0"/>
            </a:endParaRPr>
          </a:p>
        </p:txBody>
      </p:sp>
    </p:spTree>
    <p:extLst>
      <p:ext uri="{BB962C8B-B14F-4D97-AF65-F5344CB8AC3E}">
        <p14:creationId xmlns:p14="http://schemas.microsoft.com/office/powerpoint/2010/main" val="850652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228600"/>
            <a:ext cx="8229600" cy="46038"/>
          </a:xfrm>
        </p:spPr>
        <p:txBody>
          <a:bodyPr>
            <a:normAutofit fontScale="90000"/>
          </a:bodyPr>
          <a:lstStyle/>
          <a:p>
            <a:endParaRPr lang="en-US" dirty="0"/>
          </a:p>
        </p:txBody>
      </p:sp>
      <p:sp>
        <p:nvSpPr>
          <p:cNvPr id="3" name="Content Placeholder 2"/>
          <p:cNvSpPr>
            <a:spLocks noGrp="1"/>
          </p:cNvSpPr>
          <p:nvPr>
            <p:ph idx="1"/>
          </p:nvPr>
        </p:nvSpPr>
        <p:spPr>
          <a:xfrm>
            <a:off x="152400" y="457200"/>
            <a:ext cx="8839200" cy="6400800"/>
          </a:xfrm>
        </p:spPr>
        <p:txBody>
          <a:bodyPr>
            <a:normAutofit fontScale="85000" lnSpcReduction="10000"/>
          </a:bodyPr>
          <a:lstStyle/>
          <a:p>
            <a:pPr marL="0" indent="0" algn="just">
              <a:lnSpc>
                <a:spcPct val="150000"/>
              </a:lnSpc>
              <a:buNone/>
            </a:pPr>
            <a:r>
              <a:rPr lang="en-US" b="1" dirty="0" smtClean="0">
                <a:solidFill>
                  <a:srgbClr val="00B050"/>
                </a:solidFill>
                <a:latin typeface="Power Geez Unicode1" panose="00000400000000000000" pitchFamily="2" charset="0"/>
              </a:rPr>
              <a:t>5:48</a:t>
            </a:r>
            <a:r>
              <a:rPr lang="en-US" b="1" dirty="0" smtClean="0">
                <a:latin typeface="Power Geez Unicode1" panose="00000400000000000000" pitchFamily="2" charset="0"/>
              </a:rPr>
              <a:t> </a:t>
            </a:r>
            <a:r>
              <a:rPr lang="en-US" b="1" dirty="0" smtClean="0">
                <a:latin typeface="Power Geez Unicode1" panose="00000400000000000000" pitchFamily="2" charset="0"/>
              </a:rPr>
              <a:t>– “</a:t>
            </a:r>
            <a:r>
              <a:rPr lang="am-ET" b="1" dirty="0" smtClean="0"/>
              <a:t>ወደ </a:t>
            </a:r>
            <a:r>
              <a:rPr lang="am-ET" b="1" dirty="0" smtClean="0"/>
              <a:t>አንተም መጽሐፉን ከበፊቱ ያለውን መጽሐፍ </a:t>
            </a:r>
            <a:r>
              <a:rPr lang="am-ET" b="1" dirty="0" smtClean="0">
                <a:solidFill>
                  <a:srgbClr val="7030A0"/>
                </a:solidFill>
              </a:rPr>
              <a:t>አረጋጋጭና</a:t>
            </a:r>
            <a:r>
              <a:rPr lang="am-ET" b="1" dirty="0" smtClean="0"/>
              <a:t> በእርሱ ላይ ተጠባባቂ ሲኾን በእውነት አወረድን፡፡ በመካከላቸውም አላህ ባወረደው ሕግ ፍረድ፡፡ እውነቱም ከመጣልህ በኋላ ዝንባሌዎቻቸውን አትከተል፡፡ </a:t>
            </a:r>
            <a:r>
              <a:rPr lang="am-ET" b="1" dirty="0" smtClean="0">
                <a:solidFill>
                  <a:srgbClr val="7030A0"/>
                </a:solidFill>
              </a:rPr>
              <a:t>ከእናንተ ለሁሉም ሕግንና መንገድን አደረግን</a:t>
            </a:r>
            <a:r>
              <a:rPr lang="am-ET" b="1" dirty="0" smtClean="0"/>
              <a:t>፡፡ አላህም በሻ ኖሮ አንድ ሕዝብ ባደረጋችሁ ነበር፡፡ </a:t>
            </a:r>
            <a:r>
              <a:rPr lang="am-ET" b="1" dirty="0" smtClean="0">
                <a:solidFill>
                  <a:srgbClr val="7030A0"/>
                </a:solidFill>
              </a:rPr>
              <a:t>ግን በሰጣችሁ ሕግጋት ሊሞክራችሁ (ለያያችሁ)፡፡ </a:t>
            </a:r>
            <a:r>
              <a:rPr lang="am-ET" b="1" dirty="0" smtClean="0"/>
              <a:t>በጎ ሥራዎችንም (ለመሥራት) ተሽቀዳደሙ፤ መመለሻችሁ በጠቅላላ ወደ አላህ ነው፡፡ በእርሱም ትለያዩበት የነበራችሁትን ነገር ይነግራችኋል</a:t>
            </a:r>
            <a:r>
              <a:rPr lang="am-ET" b="1" dirty="0" smtClean="0"/>
              <a:t>፡፡</a:t>
            </a:r>
            <a:r>
              <a:rPr lang="en-US" b="1" dirty="0" smtClean="0"/>
              <a:t>”</a:t>
            </a:r>
            <a:endParaRPr lang="en-US" b="1" dirty="0" smtClean="0">
              <a:latin typeface="Power Geez Unicode1" panose="00000400000000000000" pitchFamily="2" charset="0"/>
            </a:endParaRPr>
          </a:p>
          <a:p>
            <a:pPr marL="0" indent="0">
              <a:buNone/>
            </a:pPr>
            <a:endParaRPr lang="en-US" dirty="0"/>
          </a:p>
        </p:txBody>
      </p:sp>
    </p:spTree>
    <p:extLst>
      <p:ext uri="{BB962C8B-B14F-4D97-AF65-F5344CB8AC3E}">
        <p14:creationId xmlns:p14="http://schemas.microsoft.com/office/powerpoint/2010/main" val="257893625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52400"/>
            <a:ext cx="8229600" cy="122238"/>
          </a:xfrm>
        </p:spPr>
        <p:txBody>
          <a:bodyPr>
            <a:normAutofit fontScale="90000"/>
          </a:bodyPr>
          <a:lstStyle/>
          <a:p>
            <a:endParaRPr lang="en-US" dirty="0"/>
          </a:p>
        </p:txBody>
      </p:sp>
      <p:sp>
        <p:nvSpPr>
          <p:cNvPr id="3" name="Content Placeholder 2"/>
          <p:cNvSpPr>
            <a:spLocks noGrp="1"/>
          </p:cNvSpPr>
          <p:nvPr>
            <p:ph idx="1"/>
          </p:nvPr>
        </p:nvSpPr>
        <p:spPr>
          <a:xfrm>
            <a:off x="152400" y="381000"/>
            <a:ext cx="8915400" cy="6324600"/>
          </a:xfrm>
        </p:spPr>
        <p:txBody>
          <a:bodyPr/>
          <a:lstStyle/>
          <a:p>
            <a:pPr algn="just">
              <a:lnSpc>
                <a:spcPct val="150000"/>
              </a:lnSpc>
              <a:buFont typeface="Wingdings" panose="05000000000000000000" pitchFamily="2" charset="2"/>
              <a:buChar char="§"/>
            </a:pPr>
            <a:r>
              <a:rPr lang="en-US" b="1" dirty="0" err="1" smtClean="0">
                <a:solidFill>
                  <a:srgbClr val="00B050"/>
                </a:solidFill>
                <a:latin typeface="Power Geez Unicode1" panose="00000400000000000000" pitchFamily="2" charset="0"/>
              </a:rPr>
              <a:t>ሱራ</a:t>
            </a:r>
            <a:r>
              <a:rPr lang="en-US" b="1" dirty="0" smtClean="0">
                <a:solidFill>
                  <a:srgbClr val="00B050"/>
                </a:solidFill>
                <a:latin typeface="Power Geez Unicode1" panose="00000400000000000000" pitchFamily="2" charset="0"/>
              </a:rPr>
              <a:t> 5፡43 </a:t>
            </a:r>
            <a:r>
              <a:rPr lang="en-US" b="1" dirty="0" err="1" smtClean="0">
                <a:solidFill>
                  <a:srgbClr val="00B050"/>
                </a:solidFill>
                <a:latin typeface="Power Geez Unicode1" panose="00000400000000000000" pitchFamily="2" charset="0"/>
              </a:rPr>
              <a:t>ላይ</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ለቶራ</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አስተምህሮ</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የማይገዙና</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የማያስተምሩ</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አመጸኞች</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ናቸው</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እንዲህ</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በማለት</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ይገልጻል</a:t>
            </a:r>
            <a:r>
              <a:rPr lang="en-US" b="1" dirty="0" smtClean="0">
                <a:solidFill>
                  <a:srgbClr val="00B050"/>
                </a:solidFill>
                <a:latin typeface="Power Geez Unicode1" panose="00000400000000000000" pitchFamily="2" charset="0"/>
              </a:rPr>
              <a:t>፡- </a:t>
            </a:r>
            <a:r>
              <a:rPr lang="en-US" b="1" dirty="0" smtClean="0">
                <a:solidFill>
                  <a:srgbClr val="00B050"/>
                </a:solidFill>
                <a:latin typeface="Power Geez Unicode1" panose="00000400000000000000" pitchFamily="2" charset="0"/>
              </a:rPr>
              <a:t>“</a:t>
            </a:r>
            <a:r>
              <a:rPr lang="am-ET" b="1" dirty="0" smtClean="0"/>
              <a:t>እነርሱም </a:t>
            </a:r>
            <a:r>
              <a:rPr lang="am-ET" b="1" dirty="0"/>
              <a:t>ዘንድ ተውራት እያለች በውስጧ የአላህ ፍርድ ያለባት ስትኾን እንዴት ያስፈርዱሃል! ከዚያም ከዚህ በኋላ እንዴት ይሸሻሉ! እነዚያም በፍጹም ምእምናን አይደሉም</a:t>
            </a:r>
            <a:r>
              <a:rPr lang="am-ET" b="1" dirty="0" smtClean="0"/>
              <a:t>፡፡</a:t>
            </a:r>
            <a:r>
              <a:rPr lang="en-US" b="1" dirty="0" smtClean="0"/>
              <a:t>”</a:t>
            </a:r>
            <a:endParaRPr lang="en-US" b="1" dirty="0" smtClean="0">
              <a:latin typeface="Power Geez Unicode1" panose="00000400000000000000" pitchFamily="2" charset="0"/>
            </a:endParaRPr>
          </a:p>
          <a:p>
            <a:pPr marL="0" indent="0">
              <a:buNone/>
            </a:pPr>
            <a:endParaRPr lang="en-US" dirty="0"/>
          </a:p>
        </p:txBody>
      </p:sp>
    </p:spTree>
    <p:extLst>
      <p:ext uri="{BB962C8B-B14F-4D97-AF65-F5344CB8AC3E}">
        <p14:creationId xmlns:p14="http://schemas.microsoft.com/office/powerpoint/2010/main" val="110604910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228600"/>
            <a:ext cx="8229600" cy="46038"/>
          </a:xfrm>
        </p:spPr>
        <p:txBody>
          <a:bodyPr>
            <a:normAutofit fontScale="90000"/>
          </a:bodyPr>
          <a:lstStyle/>
          <a:p>
            <a:endParaRPr lang="en-US" dirty="0"/>
          </a:p>
        </p:txBody>
      </p:sp>
      <p:sp>
        <p:nvSpPr>
          <p:cNvPr id="3" name="Content Placeholder 2"/>
          <p:cNvSpPr>
            <a:spLocks noGrp="1"/>
          </p:cNvSpPr>
          <p:nvPr>
            <p:ph idx="1"/>
          </p:nvPr>
        </p:nvSpPr>
        <p:spPr>
          <a:xfrm>
            <a:off x="76200" y="304800"/>
            <a:ext cx="8915400" cy="6477000"/>
          </a:xfrm>
        </p:spPr>
        <p:txBody>
          <a:bodyPr>
            <a:normAutofit fontScale="77500" lnSpcReduction="20000"/>
          </a:bodyPr>
          <a:lstStyle/>
          <a:p>
            <a:pPr marL="0" indent="0" algn="just">
              <a:lnSpc>
                <a:spcPct val="160000"/>
              </a:lnSpc>
              <a:buNone/>
            </a:pPr>
            <a:r>
              <a:rPr lang="en-US" b="1" dirty="0" err="1" smtClean="0">
                <a:solidFill>
                  <a:srgbClr val="00B050"/>
                </a:solidFill>
                <a:latin typeface="Power Geez Unicode1" panose="00000400000000000000" pitchFamily="2" charset="0"/>
              </a:rPr>
              <a:t>ሱራ</a:t>
            </a:r>
            <a:r>
              <a:rPr lang="en-US" b="1" dirty="0" smtClean="0">
                <a:solidFill>
                  <a:srgbClr val="00B050"/>
                </a:solidFill>
                <a:latin typeface="Power Geez Unicode1" panose="00000400000000000000" pitchFamily="2" charset="0"/>
              </a:rPr>
              <a:t> 7፡157 </a:t>
            </a:r>
            <a:r>
              <a:rPr lang="en-US" b="1" dirty="0" err="1" smtClean="0">
                <a:solidFill>
                  <a:srgbClr val="00B050"/>
                </a:solidFill>
                <a:latin typeface="Power Geez Unicode1" panose="00000400000000000000" pitchFamily="2" charset="0"/>
              </a:rPr>
              <a:t>ስለመሐመድ</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መምጣት</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በወንጌልና</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በቶራ</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እንደተጻፈ</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እንዲህ</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ይላል</a:t>
            </a:r>
            <a:r>
              <a:rPr lang="en-US" b="1" dirty="0" smtClean="0">
                <a:solidFill>
                  <a:srgbClr val="00B050"/>
                </a:solidFill>
                <a:latin typeface="Power Geez Unicode1" panose="00000400000000000000" pitchFamily="2" charset="0"/>
              </a:rPr>
              <a:t>፡- </a:t>
            </a:r>
            <a:r>
              <a:rPr lang="en-US" b="1" dirty="0" smtClean="0">
                <a:solidFill>
                  <a:srgbClr val="00B050"/>
                </a:solidFill>
                <a:latin typeface="Power Geez Unicode1" panose="00000400000000000000" pitchFamily="2" charset="0"/>
              </a:rPr>
              <a:t>“</a:t>
            </a:r>
            <a:r>
              <a:rPr lang="am-ET" b="1" dirty="0" smtClean="0"/>
              <a:t>ለእነዚያ </a:t>
            </a:r>
            <a:r>
              <a:rPr lang="am-ET" b="1" dirty="0"/>
              <a:t>ያንን እነሱ ዘንድ በተውራትና በኢንጂል ተጽፎ የሚያገኙትን የማይጽፍና የማያነብ ነቢይ የኾነውን መልክተኛ የሚከተሉ ለኾኑት (በእርግጥ እጽፍለታለሁ)፡፡ በበጎ ሥራ ያዛቸዋል፡፡ ከክፉም ነገር ይከለክላቸዋል፡፡ መልካም ነገሮችንም ለነርሱ ይፈቅድላቸዋል፡፡ መጥፎ ነገሮችንም በእነርሱ ላይ እርም ያደርግባቸዋል፡፡ ከእነሱም ላይ ሸክማቸውንና እነዚያንም በእነርሱ ላይ የነበሩትን እንዛዝላዎች (ከባድ </a:t>
            </a:r>
            <a:r>
              <a:rPr lang="am-ET" b="1" dirty="0" smtClean="0"/>
              <a:t>ሕግጋቶች</a:t>
            </a:r>
            <a:r>
              <a:rPr lang="am-ET" b="1" dirty="0"/>
              <a:t>) ያነሳላቸዋል፡፡ እነዚያም በእርሱ ያመኑ ያከበሩትም የረዱትም ያንንም ከእርሱ ጋር የተወረደውን ብርሃን የተከተሉ እነዚያ እነሱ የሚያድኑ ናቸው</a:t>
            </a:r>
            <a:r>
              <a:rPr lang="am-ET" b="1" dirty="0" smtClean="0"/>
              <a:t>፡</a:t>
            </a:r>
            <a:r>
              <a:rPr lang="en-US" b="1" dirty="0" smtClean="0">
                <a:latin typeface="Power Geez Unicode1" panose="00000400000000000000" pitchFamily="2" charset="0"/>
              </a:rPr>
              <a:t>፡”</a:t>
            </a:r>
            <a:endParaRPr lang="en-US" b="1" dirty="0">
              <a:solidFill>
                <a:srgbClr val="00B050"/>
              </a:solidFill>
              <a:latin typeface="Power Geez Unicode1" panose="00000400000000000000" pitchFamily="2" charset="0"/>
            </a:endParaRPr>
          </a:p>
        </p:txBody>
      </p:sp>
    </p:spTree>
    <p:extLst>
      <p:ext uri="{BB962C8B-B14F-4D97-AF65-F5344CB8AC3E}">
        <p14:creationId xmlns:p14="http://schemas.microsoft.com/office/powerpoint/2010/main" val="401695532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76200"/>
            <a:ext cx="8229600" cy="198438"/>
          </a:xfrm>
        </p:spPr>
        <p:txBody>
          <a:bodyPr>
            <a:normAutofit fontScale="90000"/>
          </a:bodyPr>
          <a:lstStyle/>
          <a:p>
            <a:endParaRPr lang="en-US" dirty="0"/>
          </a:p>
        </p:txBody>
      </p:sp>
      <p:sp>
        <p:nvSpPr>
          <p:cNvPr id="3" name="Content Placeholder 2"/>
          <p:cNvSpPr>
            <a:spLocks noGrp="1"/>
          </p:cNvSpPr>
          <p:nvPr>
            <p:ph idx="1"/>
          </p:nvPr>
        </p:nvSpPr>
        <p:spPr>
          <a:xfrm>
            <a:off x="76200" y="381000"/>
            <a:ext cx="8991600" cy="6324600"/>
          </a:xfrm>
        </p:spPr>
        <p:txBody>
          <a:bodyPr>
            <a:normAutofit/>
          </a:bodyPr>
          <a:lstStyle/>
          <a:p>
            <a:pPr marL="0" indent="0" algn="just">
              <a:lnSpc>
                <a:spcPct val="170000"/>
              </a:lnSpc>
              <a:buNone/>
            </a:pPr>
            <a:r>
              <a:rPr lang="en-US" b="1" dirty="0" err="1" smtClean="0">
                <a:solidFill>
                  <a:srgbClr val="00B050"/>
                </a:solidFill>
                <a:latin typeface="Power Geez Unicode1" panose="00000400000000000000" pitchFamily="2" charset="0"/>
              </a:rPr>
              <a:t>ሱራ</a:t>
            </a:r>
            <a:r>
              <a:rPr lang="en-US" b="1" dirty="0" smtClean="0">
                <a:solidFill>
                  <a:srgbClr val="00B050"/>
                </a:solidFill>
                <a:latin typeface="Power Geez Unicode1" panose="00000400000000000000" pitchFamily="2" charset="0"/>
              </a:rPr>
              <a:t> 10:94</a:t>
            </a:r>
            <a:r>
              <a:rPr lang="en-US" b="1" dirty="0" smtClean="0">
                <a:latin typeface="Power Geez Unicode1" panose="00000400000000000000" pitchFamily="2" charset="0"/>
              </a:rPr>
              <a:t> </a:t>
            </a:r>
            <a:r>
              <a:rPr lang="en-US" b="1" dirty="0" err="1" smtClean="0">
                <a:solidFill>
                  <a:srgbClr val="00B050"/>
                </a:solidFill>
                <a:latin typeface="Power Geez Unicode1" panose="00000400000000000000" pitchFamily="2" charset="0"/>
              </a:rPr>
              <a:t>እንዲህ</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ይላል</a:t>
            </a:r>
            <a:r>
              <a:rPr lang="en-US" b="1" dirty="0" smtClean="0">
                <a:solidFill>
                  <a:srgbClr val="00B050"/>
                </a:solidFill>
                <a:latin typeface="Power Geez Unicode1" panose="00000400000000000000" pitchFamily="2" charset="0"/>
              </a:rPr>
              <a:t>፡- </a:t>
            </a:r>
            <a:r>
              <a:rPr lang="am-ET" b="1" dirty="0" smtClean="0"/>
              <a:t>ወደ </a:t>
            </a:r>
            <a:r>
              <a:rPr lang="am-ET" b="1" dirty="0"/>
              <a:t>አንተም ካወረድነው </a:t>
            </a:r>
            <a:r>
              <a:rPr lang="am-ET" b="1" dirty="0">
                <a:solidFill>
                  <a:srgbClr val="7030A0"/>
                </a:solidFill>
              </a:rPr>
              <a:t>በመጠራጠር</a:t>
            </a:r>
            <a:r>
              <a:rPr lang="am-ET" b="1" dirty="0"/>
              <a:t> ውስጥ ብትሆን እነዚያን ከአንተ በፊት </a:t>
            </a:r>
            <a:r>
              <a:rPr lang="am-ET" b="1" dirty="0">
                <a:solidFill>
                  <a:srgbClr val="7030A0"/>
                </a:solidFill>
              </a:rPr>
              <a:t>መጽሐፉን</a:t>
            </a:r>
            <a:r>
              <a:rPr lang="am-ET" b="1" dirty="0"/>
              <a:t> የሚያነቡትን ጠይቅ፡፡ እውነቱ ከጌታህ ዘንድ በእርግጥ መጥቶልሃል፡፡ ከተጠራጣሪዎቹም አትሁን</a:t>
            </a:r>
            <a:r>
              <a:rPr lang="am-ET" b="1" dirty="0" smtClean="0"/>
              <a:t>፡፡</a:t>
            </a:r>
            <a:endParaRPr lang="en-US" b="1" dirty="0" smtClean="0">
              <a:latin typeface="Power Geez Unicode1" panose="00000400000000000000" pitchFamily="2" charset="0"/>
            </a:endParaRPr>
          </a:p>
          <a:p>
            <a:pPr marL="0" indent="0" algn="just">
              <a:lnSpc>
                <a:spcPct val="150000"/>
              </a:lnSpc>
              <a:buNone/>
            </a:pPr>
            <a:endParaRPr lang="en-US" b="1" dirty="0">
              <a:latin typeface="Power Geez Unicode1" panose="00000400000000000000" pitchFamily="2" charset="0"/>
            </a:endParaRPr>
          </a:p>
        </p:txBody>
      </p:sp>
    </p:spTree>
    <p:extLst>
      <p:ext uri="{BB962C8B-B14F-4D97-AF65-F5344CB8AC3E}">
        <p14:creationId xmlns:p14="http://schemas.microsoft.com/office/powerpoint/2010/main" val="37280162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228600"/>
            <a:ext cx="8229600" cy="46038"/>
          </a:xfrm>
        </p:spPr>
        <p:txBody>
          <a:bodyPr>
            <a:normAutofit fontScale="90000"/>
          </a:bodyPr>
          <a:lstStyle/>
          <a:p>
            <a:endParaRPr lang="en-US" dirty="0"/>
          </a:p>
        </p:txBody>
      </p:sp>
      <p:sp>
        <p:nvSpPr>
          <p:cNvPr id="3" name="Content Placeholder 2"/>
          <p:cNvSpPr>
            <a:spLocks noGrp="1"/>
          </p:cNvSpPr>
          <p:nvPr>
            <p:ph idx="1"/>
          </p:nvPr>
        </p:nvSpPr>
        <p:spPr>
          <a:xfrm>
            <a:off x="152400" y="304800"/>
            <a:ext cx="8839200" cy="6400800"/>
          </a:xfrm>
        </p:spPr>
        <p:txBody>
          <a:bodyPr>
            <a:normAutofit fontScale="70000" lnSpcReduction="20000"/>
          </a:bodyPr>
          <a:lstStyle/>
          <a:p>
            <a:pPr marL="0" indent="0" algn="just">
              <a:lnSpc>
                <a:spcPct val="170000"/>
              </a:lnSpc>
              <a:buNone/>
            </a:pPr>
            <a:r>
              <a:rPr lang="en-US" sz="4000" b="1" dirty="0" err="1">
                <a:solidFill>
                  <a:srgbClr val="FF0000"/>
                </a:solidFill>
                <a:latin typeface="Power Geez Unicode1" panose="00000400000000000000" pitchFamily="2" charset="0"/>
              </a:rPr>
              <a:t>የቁርአን</a:t>
            </a:r>
            <a:r>
              <a:rPr lang="en-US" sz="4000" b="1" dirty="0">
                <a:solidFill>
                  <a:srgbClr val="FF0000"/>
                </a:solidFill>
                <a:latin typeface="Power Geez Unicode1" panose="00000400000000000000" pitchFamily="2" charset="0"/>
              </a:rPr>
              <a:t> </a:t>
            </a:r>
            <a:r>
              <a:rPr lang="en-US" sz="4000" b="1" dirty="0" err="1" smtClean="0">
                <a:solidFill>
                  <a:srgbClr val="FF0000"/>
                </a:solidFill>
                <a:latin typeface="Power Geez Unicode1" panose="00000400000000000000" pitchFamily="2" charset="0"/>
              </a:rPr>
              <a:t>ክስ</a:t>
            </a:r>
            <a:endParaRPr lang="en-US" sz="4000" b="1" dirty="0" smtClean="0">
              <a:solidFill>
                <a:srgbClr val="FF0000"/>
              </a:solidFill>
              <a:latin typeface="Power Geez Unicode1" panose="00000400000000000000" pitchFamily="2" charset="0"/>
            </a:endParaRPr>
          </a:p>
          <a:p>
            <a:pPr algn="just">
              <a:lnSpc>
                <a:spcPct val="170000"/>
              </a:lnSpc>
              <a:buFont typeface="Wingdings" panose="05000000000000000000" pitchFamily="2" charset="2"/>
              <a:buChar char="Ø"/>
            </a:pPr>
            <a:r>
              <a:rPr lang="en-US" b="1" dirty="0" err="1" smtClean="0">
                <a:latin typeface="Power Geez Unicode1" panose="00000400000000000000" pitchFamily="2" charset="0"/>
              </a:rPr>
              <a:t>ቁርአን</a:t>
            </a:r>
            <a:r>
              <a:rPr lang="en-US" b="1" dirty="0" smtClean="0">
                <a:latin typeface="Power Geez Unicode1" panose="00000400000000000000" pitchFamily="2" charset="0"/>
              </a:rPr>
              <a:t> </a:t>
            </a:r>
            <a:r>
              <a:rPr lang="en-US" b="1" dirty="0" err="1">
                <a:latin typeface="Power Geez Unicode1" panose="00000400000000000000" pitchFamily="2" charset="0"/>
              </a:rPr>
              <a:t>አይሁዶችና</a:t>
            </a:r>
            <a:r>
              <a:rPr lang="en-US" b="1" dirty="0">
                <a:latin typeface="Power Geez Unicode1" panose="00000400000000000000" pitchFamily="2" charset="0"/>
              </a:rPr>
              <a:t> </a:t>
            </a:r>
            <a:r>
              <a:rPr lang="en-US" b="1" dirty="0" err="1">
                <a:latin typeface="Power Geez Unicode1" panose="00000400000000000000" pitchFamily="2" charset="0"/>
              </a:rPr>
              <a:t>ክርስቲያኖች</a:t>
            </a:r>
            <a:r>
              <a:rPr lang="en-US" b="1" dirty="0">
                <a:latin typeface="Power Geez Unicode1" panose="00000400000000000000" pitchFamily="2" charset="0"/>
              </a:rPr>
              <a:t> </a:t>
            </a:r>
            <a:r>
              <a:rPr lang="en-US" b="1" dirty="0" err="1">
                <a:latin typeface="Power Geez Unicode1" panose="00000400000000000000" pitchFamily="2" charset="0"/>
              </a:rPr>
              <a:t>መጽሐፉን</a:t>
            </a:r>
            <a:r>
              <a:rPr lang="en-US" b="1" dirty="0">
                <a:latin typeface="Power Geez Unicode1" panose="00000400000000000000" pitchFamily="2" charset="0"/>
              </a:rPr>
              <a:t> </a:t>
            </a:r>
            <a:r>
              <a:rPr lang="en-US" b="1" dirty="0" err="1">
                <a:latin typeface="Power Geez Unicode1" panose="00000400000000000000" pitchFamily="2" charset="0"/>
              </a:rPr>
              <a:t>ሲያስተምሩ</a:t>
            </a:r>
            <a:r>
              <a:rPr lang="en-US" b="1" dirty="0">
                <a:latin typeface="Power Geez Unicode1" panose="00000400000000000000" pitchFamily="2" charset="0"/>
              </a:rPr>
              <a:t> </a:t>
            </a:r>
            <a:r>
              <a:rPr lang="en-US" b="1" dirty="0" err="1">
                <a:latin typeface="Power Geez Unicode1" panose="00000400000000000000" pitchFamily="2" charset="0"/>
              </a:rPr>
              <a:t>ወይም</a:t>
            </a:r>
            <a:r>
              <a:rPr lang="en-US" b="1" dirty="0">
                <a:latin typeface="Power Geez Unicode1" panose="00000400000000000000" pitchFamily="2" charset="0"/>
              </a:rPr>
              <a:t> </a:t>
            </a:r>
            <a:r>
              <a:rPr lang="en-US" b="1" dirty="0" err="1">
                <a:latin typeface="Power Geez Unicode1" panose="00000400000000000000" pitchFamily="2" charset="0"/>
              </a:rPr>
              <a:t>ሲተረጉሙ</a:t>
            </a:r>
            <a:r>
              <a:rPr lang="en-US" b="1" dirty="0">
                <a:latin typeface="Power Geez Unicode1" panose="00000400000000000000" pitchFamily="2" charset="0"/>
              </a:rPr>
              <a:t> </a:t>
            </a:r>
            <a:r>
              <a:rPr lang="en-US" b="1" dirty="0" err="1">
                <a:latin typeface="Power Geez Unicode1" panose="00000400000000000000" pitchFamily="2" charset="0"/>
              </a:rPr>
              <a:t>ያጣምማሉ</a:t>
            </a:r>
            <a:r>
              <a:rPr lang="en-US" b="1" dirty="0">
                <a:latin typeface="Power Geez Unicode1" panose="00000400000000000000" pitchFamily="2" charset="0"/>
              </a:rPr>
              <a:t> </a:t>
            </a:r>
            <a:r>
              <a:rPr lang="en-US" b="1" dirty="0" err="1">
                <a:latin typeface="Power Geez Unicode1" panose="00000400000000000000" pitchFamily="2" charset="0"/>
              </a:rPr>
              <a:t>በማለት</a:t>
            </a:r>
            <a:r>
              <a:rPr lang="en-US" b="1" dirty="0">
                <a:latin typeface="Power Geez Unicode1" panose="00000400000000000000" pitchFamily="2" charset="0"/>
              </a:rPr>
              <a:t> </a:t>
            </a:r>
            <a:r>
              <a:rPr lang="en-US" b="1" dirty="0" err="1" smtClean="0">
                <a:latin typeface="Power Geez Unicode1" panose="00000400000000000000" pitchFamily="2" charset="0"/>
              </a:rPr>
              <a:t>ይከሳቸዋል</a:t>
            </a:r>
            <a:endParaRPr lang="en-US" b="1" dirty="0" smtClean="0">
              <a:latin typeface="Power Geez Unicode1" panose="00000400000000000000" pitchFamily="2" charset="0"/>
            </a:endParaRPr>
          </a:p>
          <a:p>
            <a:pPr algn="just">
              <a:lnSpc>
                <a:spcPct val="170000"/>
              </a:lnSpc>
              <a:buFont typeface="Wingdings" panose="05000000000000000000" pitchFamily="2" charset="2"/>
              <a:buChar char="Ø"/>
            </a:pPr>
            <a:r>
              <a:rPr lang="en-US" b="1" dirty="0">
                <a:latin typeface="Power Geez Unicode1" panose="00000400000000000000" pitchFamily="2" charset="0"/>
              </a:rPr>
              <a:t> </a:t>
            </a:r>
            <a:r>
              <a:rPr lang="en-US" b="1" dirty="0" err="1">
                <a:latin typeface="Power Geez Unicode1" panose="00000400000000000000" pitchFamily="2" charset="0"/>
              </a:rPr>
              <a:t>ነገር</a:t>
            </a:r>
            <a:r>
              <a:rPr lang="en-US" b="1" dirty="0">
                <a:latin typeface="Power Geez Unicode1" panose="00000400000000000000" pitchFamily="2" charset="0"/>
              </a:rPr>
              <a:t> </a:t>
            </a:r>
            <a:r>
              <a:rPr lang="en-US" b="1" dirty="0" err="1">
                <a:latin typeface="Power Geez Unicode1" panose="00000400000000000000" pitchFamily="2" charset="0"/>
              </a:rPr>
              <a:t>ግን</a:t>
            </a:r>
            <a:r>
              <a:rPr lang="en-US" b="1" dirty="0">
                <a:latin typeface="Power Geez Unicode1" panose="00000400000000000000" pitchFamily="2" charset="0"/>
              </a:rPr>
              <a:t> </a:t>
            </a:r>
            <a:r>
              <a:rPr lang="en-US" b="1" dirty="0" err="1">
                <a:latin typeface="Power Geez Unicode1" panose="00000400000000000000" pitchFamily="2" charset="0"/>
              </a:rPr>
              <a:t>በየትኛውም</a:t>
            </a:r>
            <a:r>
              <a:rPr lang="en-US" b="1" dirty="0">
                <a:latin typeface="Power Geez Unicode1" panose="00000400000000000000" pitchFamily="2" charset="0"/>
              </a:rPr>
              <a:t> </a:t>
            </a:r>
            <a:r>
              <a:rPr lang="en-US" b="1" dirty="0" err="1">
                <a:latin typeface="Power Geez Unicode1" panose="00000400000000000000" pitchFamily="2" charset="0"/>
              </a:rPr>
              <a:t>የቁርአን</a:t>
            </a:r>
            <a:r>
              <a:rPr lang="en-US" b="1" dirty="0">
                <a:latin typeface="Power Geez Unicode1" panose="00000400000000000000" pitchFamily="2" charset="0"/>
              </a:rPr>
              <a:t> </a:t>
            </a:r>
            <a:r>
              <a:rPr lang="en-US" b="1" dirty="0" err="1">
                <a:latin typeface="Power Geez Unicode1" panose="00000400000000000000" pitchFamily="2" charset="0"/>
              </a:rPr>
              <a:t>ክፍል</a:t>
            </a:r>
            <a:r>
              <a:rPr lang="en-US" b="1" dirty="0">
                <a:latin typeface="Power Geez Unicode1" panose="00000400000000000000" pitchFamily="2" charset="0"/>
              </a:rPr>
              <a:t> </a:t>
            </a:r>
            <a:r>
              <a:rPr lang="en-US" b="1" dirty="0" err="1">
                <a:latin typeface="Power Geez Unicode1" panose="00000400000000000000" pitchFamily="2" charset="0"/>
              </a:rPr>
              <a:t>ከመጽሐፍ</a:t>
            </a:r>
            <a:r>
              <a:rPr lang="en-US" b="1" dirty="0">
                <a:latin typeface="Power Geez Unicode1" panose="00000400000000000000" pitchFamily="2" charset="0"/>
              </a:rPr>
              <a:t> </a:t>
            </a:r>
            <a:r>
              <a:rPr lang="en-US" b="1" dirty="0" err="1">
                <a:latin typeface="Power Geez Unicode1" panose="00000400000000000000" pitchFamily="2" charset="0"/>
              </a:rPr>
              <a:t>ቅዱስ</a:t>
            </a:r>
            <a:r>
              <a:rPr lang="en-US" b="1" dirty="0">
                <a:latin typeface="Power Geez Unicode1" panose="00000400000000000000" pitchFamily="2" charset="0"/>
              </a:rPr>
              <a:t> </a:t>
            </a:r>
            <a:r>
              <a:rPr lang="en-US" b="1" dirty="0" err="1">
                <a:latin typeface="Power Geez Unicode1" panose="00000400000000000000" pitchFamily="2" charset="0"/>
              </a:rPr>
              <a:t>ውስጥ</a:t>
            </a:r>
            <a:r>
              <a:rPr lang="en-US" b="1" dirty="0">
                <a:latin typeface="Power Geez Unicode1" panose="00000400000000000000" pitchFamily="2" charset="0"/>
              </a:rPr>
              <a:t> </a:t>
            </a:r>
            <a:r>
              <a:rPr lang="en-US" b="1" dirty="0" err="1">
                <a:latin typeface="Power Geez Unicode1" panose="00000400000000000000" pitchFamily="2" charset="0"/>
              </a:rPr>
              <a:t>በጽሁፍ</a:t>
            </a:r>
            <a:r>
              <a:rPr lang="en-US" b="1" dirty="0">
                <a:latin typeface="Power Geez Unicode1" panose="00000400000000000000" pitchFamily="2" charset="0"/>
              </a:rPr>
              <a:t> </a:t>
            </a:r>
            <a:r>
              <a:rPr lang="en-US" b="1" dirty="0" err="1">
                <a:latin typeface="Power Geez Unicode1" panose="00000400000000000000" pitchFamily="2" charset="0"/>
              </a:rPr>
              <a:t>ደረጃ</a:t>
            </a:r>
            <a:r>
              <a:rPr lang="en-US" b="1" dirty="0">
                <a:latin typeface="Power Geez Unicode1" panose="00000400000000000000" pitchFamily="2" charset="0"/>
              </a:rPr>
              <a:t> </a:t>
            </a:r>
            <a:r>
              <a:rPr lang="en-US" b="1" dirty="0" err="1">
                <a:latin typeface="Power Geez Unicode1" panose="00000400000000000000" pitchFamily="2" charset="0"/>
              </a:rPr>
              <a:t>ተቀይሮአል</a:t>
            </a:r>
            <a:r>
              <a:rPr lang="en-US" b="1" dirty="0">
                <a:latin typeface="Power Geez Unicode1" panose="00000400000000000000" pitchFamily="2" charset="0"/>
              </a:rPr>
              <a:t> (</a:t>
            </a:r>
            <a:r>
              <a:rPr lang="en-US" b="1" dirty="0" err="1">
                <a:latin typeface="Power Geez Unicode1" panose="00000400000000000000" pitchFamily="2" charset="0"/>
              </a:rPr>
              <a:t>ዩሐሪፉነል</a:t>
            </a:r>
            <a:r>
              <a:rPr lang="en-US" b="1" dirty="0">
                <a:latin typeface="Power Geez Unicode1" panose="00000400000000000000" pitchFamily="2" charset="0"/>
              </a:rPr>
              <a:t> </a:t>
            </a:r>
            <a:r>
              <a:rPr lang="en-US" b="1" dirty="0" err="1">
                <a:latin typeface="Power Geez Unicode1" panose="00000400000000000000" pitchFamily="2" charset="0"/>
              </a:rPr>
              <a:t>ኪታበ</a:t>
            </a:r>
            <a:r>
              <a:rPr lang="en-US" b="1" dirty="0">
                <a:latin typeface="Power Geez Unicode1" panose="00000400000000000000" pitchFamily="2" charset="0"/>
              </a:rPr>
              <a:t>) </a:t>
            </a:r>
            <a:r>
              <a:rPr lang="en-US" b="1" dirty="0" err="1">
                <a:latin typeface="Power Geez Unicode1" panose="00000400000000000000" pitchFamily="2" charset="0"/>
              </a:rPr>
              <a:t>የሚል</a:t>
            </a:r>
            <a:r>
              <a:rPr lang="en-US" b="1" dirty="0">
                <a:latin typeface="Power Geez Unicode1" panose="00000400000000000000" pitchFamily="2" charset="0"/>
              </a:rPr>
              <a:t> </a:t>
            </a:r>
            <a:r>
              <a:rPr lang="en-US" b="1" dirty="0" err="1">
                <a:latin typeface="Power Geez Unicode1" panose="00000400000000000000" pitchFamily="2" charset="0"/>
              </a:rPr>
              <a:t>የለም</a:t>
            </a:r>
            <a:r>
              <a:rPr lang="en-US" b="1" dirty="0">
                <a:latin typeface="Power Geez Unicode1" panose="00000400000000000000" pitchFamily="2" charset="0"/>
              </a:rPr>
              <a:t>፡፡</a:t>
            </a:r>
          </a:p>
          <a:p>
            <a:pPr algn="just">
              <a:lnSpc>
                <a:spcPct val="170000"/>
              </a:lnSpc>
              <a:buFont typeface="Wingdings" panose="05000000000000000000" pitchFamily="2" charset="2"/>
              <a:buChar char="Ø"/>
            </a:pPr>
            <a:r>
              <a:rPr lang="en-US" b="1" dirty="0" err="1">
                <a:solidFill>
                  <a:srgbClr val="00B050"/>
                </a:solidFill>
                <a:latin typeface="Power Geez Unicode1" panose="00000400000000000000" pitchFamily="2" charset="0"/>
              </a:rPr>
              <a:t>ሱራ</a:t>
            </a:r>
            <a:r>
              <a:rPr lang="en-US" b="1" dirty="0">
                <a:solidFill>
                  <a:srgbClr val="00B050"/>
                </a:solidFill>
                <a:latin typeface="Power Geez Unicode1" panose="00000400000000000000" pitchFamily="2" charset="0"/>
              </a:rPr>
              <a:t> 6:91 </a:t>
            </a:r>
            <a:r>
              <a:rPr lang="en-US" b="1" dirty="0" err="1">
                <a:solidFill>
                  <a:srgbClr val="00B050"/>
                </a:solidFill>
                <a:latin typeface="Power Geez Unicode1" panose="00000400000000000000" pitchFamily="2" charset="0"/>
              </a:rPr>
              <a:t>እንዲህ</a:t>
            </a:r>
            <a:r>
              <a:rPr lang="en-US" b="1" dirty="0">
                <a:solidFill>
                  <a:srgbClr val="00B050"/>
                </a:solidFill>
                <a:latin typeface="Power Geez Unicode1" panose="00000400000000000000" pitchFamily="2" charset="0"/>
              </a:rPr>
              <a:t> </a:t>
            </a:r>
            <a:r>
              <a:rPr lang="en-US" b="1" dirty="0" err="1">
                <a:solidFill>
                  <a:srgbClr val="00B050"/>
                </a:solidFill>
                <a:latin typeface="Power Geez Unicode1" panose="00000400000000000000" pitchFamily="2" charset="0"/>
              </a:rPr>
              <a:t>ይላል</a:t>
            </a:r>
            <a:r>
              <a:rPr lang="en-US" b="1" dirty="0">
                <a:solidFill>
                  <a:srgbClr val="00B050"/>
                </a:solidFill>
                <a:latin typeface="Power Geez Unicode1" panose="00000400000000000000" pitchFamily="2" charset="0"/>
              </a:rPr>
              <a:t>፡- </a:t>
            </a:r>
            <a:r>
              <a:rPr lang="am-ET" b="1" dirty="0"/>
              <a:t>«አላህ በሰው ላይ ምንም አላወረደም» ባሉም ጊዜ አላህን ተገቢ ክብሩን አላከበሩትም፡፡ (እንዲህ) በላቸው፡- «ያንን ብርሃንና ለሰዎች መሪ ኾኖ ሙሳ ያመጣውን መጽሐፍ ክፍልፍሎች የምታደርጉት ስትኾኑ ማን አወረደው </a:t>
            </a:r>
            <a:r>
              <a:rPr lang="am-ET" b="1" dirty="0">
                <a:solidFill>
                  <a:srgbClr val="7030A0"/>
                </a:solidFill>
              </a:rPr>
              <a:t>(የወደዳችኋትን) ትገልጿታላችሁ ብዙውንም ትደብቃላችሁ</a:t>
            </a:r>
            <a:r>
              <a:rPr lang="am-ET" b="1" dirty="0"/>
              <a:t>፡፡ እናንተም አባቶቻችሁም ያላወቃችሁትን ተስተማራችሁ፤</a:t>
            </a:r>
            <a:r>
              <a:rPr lang="en-US" b="1" dirty="0">
                <a:latin typeface="Power Geez Unicode1" panose="00000400000000000000" pitchFamily="2" charset="0"/>
              </a:rPr>
              <a:t> </a:t>
            </a:r>
          </a:p>
          <a:p>
            <a:pPr>
              <a:buFont typeface="Wingdings" panose="05000000000000000000" pitchFamily="2" charset="2"/>
              <a:buChar char="Ø"/>
            </a:pPr>
            <a:endParaRPr lang="en-US" dirty="0"/>
          </a:p>
          <a:p>
            <a:pPr marL="0" indent="0">
              <a:buNone/>
            </a:pPr>
            <a:endParaRPr lang="en-US" dirty="0"/>
          </a:p>
        </p:txBody>
      </p:sp>
    </p:spTree>
    <p:extLst>
      <p:ext uri="{BB962C8B-B14F-4D97-AF65-F5344CB8AC3E}">
        <p14:creationId xmlns:p14="http://schemas.microsoft.com/office/powerpoint/2010/main" val="4131562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52400"/>
            <a:ext cx="8229600" cy="122238"/>
          </a:xfrm>
        </p:spPr>
        <p:txBody>
          <a:bodyPr>
            <a:normAutofit fontScale="90000"/>
          </a:bodyPr>
          <a:lstStyle/>
          <a:p>
            <a:endParaRPr lang="en-US" dirty="0"/>
          </a:p>
        </p:txBody>
      </p:sp>
      <p:sp>
        <p:nvSpPr>
          <p:cNvPr id="3" name="Content Placeholder 2"/>
          <p:cNvSpPr>
            <a:spLocks noGrp="1"/>
          </p:cNvSpPr>
          <p:nvPr>
            <p:ph idx="1"/>
          </p:nvPr>
        </p:nvSpPr>
        <p:spPr>
          <a:xfrm>
            <a:off x="76200" y="381000"/>
            <a:ext cx="8991600" cy="6324600"/>
          </a:xfrm>
        </p:spPr>
        <p:txBody>
          <a:bodyPr>
            <a:normAutofit fontScale="92500" lnSpcReduction="10000"/>
          </a:bodyPr>
          <a:lstStyle/>
          <a:p>
            <a:pPr marL="0" indent="0" algn="just">
              <a:lnSpc>
                <a:spcPct val="150000"/>
              </a:lnSpc>
              <a:buNone/>
            </a:pPr>
            <a:r>
              <a:rPr lang="en-US" b="1" dirty="0" err="1" smtClean="0">
                <a:solidFill>
                  <a:srgbClr val="00B050"/>
                </a:solidFill>
                <a:latin typeface="Power Geez Unicode1" panose="00000400000000000000" pitchFamily="2" charset="0"/>
              </a:rPr>
              <a:t>ሱራ</a:t>
            </a:r>
            <a:r>
              <a:rPr lang="en-US" b="1" dirty="0" smtClean="0">
                <a:solidFill>
                  <a:srgbClr val="00B050"/>
                </a:solidFill>
                <a:latin typeface="Power Geez Unicode1" panose="00000400000000000000" pitchFamily="2" charset="0"/>
              </a:rPr>
              <a:t> 3:78 </a:t>
            </a:r>
            <a:r>
              <a:rPr lang="en-US" b="1" dirty="0" err="1" smtClean="0">
                <a:solidFill>
                  <a:srgbClr val="00B050"/>
                </a:solidFill>
                <a:latin typeface="Power Geez Unicode1" panose="00000400000000000000" pitchFamily="2" charset="0"/>
              </a:rPr>
              <a:t>እንዲህ</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ይላል</a:t>
            </a:r>
            <a:r>
              <a:rPr lang="en-US" b="1" dirty="0" smtClean="0">
                <a:solidFill>
                  <a:srgbClr val="00B050"/>
                </a:solidFill>
                <a:latin typeface="Power Geez Unicode1" panose="00000400000000000000" pitchFamily="2" charset="0"/>
              </a:rPr>
              <a:t>፡-</a:t>
            </a:r>
            <a:r>
              <a:rPr lang="en-US" b="1" dirty="0" smtClean="0">
                <a:latin typeface="Power Geez Unicode1" panose="00000400000000000000" pitchFamily="2" charset="0"/>
              </a:rPr>
              <a:t> </a:t>
            </a:r>
            <a:r>
              <a:rPr lang="am-ET" b="1" dirty="0"/>
              <a:t>ከእነሱም እርሱ ከመጽሐፉ ያይደለ ሲኾን ከመጽሐፉ መኾኑን እንድታስቡ </a:t>
            </a:r>
            <a:r>
              <a:rPr lang="am-ET" b="1" dirty="0">
                <a:solidFill>
                  <a:srgbClr val="7030A0"/>
                </a:solidFill>
              </a:rPr>
              <a:t>በመጽሐፉ ምላሶቻቸውን የሚያጣምሙ ክፍሎች አሉ</a:t>
            </a:r>
            <a:r>
              <a:rPr lang="am-ET" b="1" dirty="0"/>
              <a:t>፡፡ እርሱ ከአላህ ዘንድ ያልኾነ ሲኾን «እርሱ ከአላህ ዘንድ ነውም» ይላሉ፡፡ እነርሱ የሚያውቁ ሲኾኑም በአላህ ላይ ውሸትን ይናገራሉ</a:t>
            </a:r>
            <a:r>
              <a:rPr lang="am-ET" b="1" dirty="0" smtClean="0"/>
              <a:t>፡፡</a:t>
            </a:r>
            <a:endParaRPr lang="en-US" b="1" dirty="0" smtClean="0">
              <a:latin typeface="Power Geez Unicode1" panose="00000400000000000000" pitchFamily="2" charset="0"/>
            </a:endParaRPr>
          </a:p>
          <a:p>
            <a:pPr marL="0" indent="0" algn="just">
              <a:lnSpc>
                <a:spcPct val="150000"/>
              </a:lnSpc>
              <a:buNone/>
            </a:pPr>
            <a:r>
              <a:rPr lang="ar-AE" b="1" dirty="0">
                <a:latin typeface="Power Geez Unicode1" panose="00000400000000000000" pitchFamily="2" charset="0"/>
              </a:rPr>
              <a:t>وَإِنَّ مِنْهُمْ لَفَرِيقًا يَلْوُونَ أَلْسِنَتَهُمْ بِالْكِتَابِ لِتَحْسَبُوهُ مِنَ الْكِتَابِ وَمَا هُوَ مِنَ الْكِتَابِ وَيَقُولُونَ هُوَ مِنْ عِنْدِ اللَّهِ وَمَا هُوَ مِنْ عِنْدِ اللَّهِ وَيَقُولُونَ عَلَى اللَّهِ الْكَذِبَ وَهُمْ يَعْلَمُونَ</a:t>
            </a:r>
            <a:endParaRPr lang="en-US" b="1" dirty="0" smtClean="0">
              <a:latin typeface="Power Geez Unicode1" panose="00000400000000000000" pitchFamily="2" charset="0"/>
            </a:endParaRPr>
          </a:p>
          <a:p>
            <a:pPr marL="0" indent="0">
              <a:buNone/>
            </a:pPr>
            <a:endParaRPr lang="en-US" dirty="0"/>
          </a:p>
        </p:txBody>
      </p:sp>
    </p:spTree>
    <p:extLst>
      <p:ext uri="{BB962C8B-B14F-4D97-AF65-F5344CB8AC3E}">
        <p14:creationId xmlns:p14="http://schemas.microsoft.com/office/powerpoint/2010/main" val="48968083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52400"/>
            <a:ext cx="8229600" cy="122238"/>
          </a:xfrm>
        </p:spPr>
        <p:txBody>
          <a:bodyPr>
            <a:normAutofit fontScale="90000"/>
          </a:bodyPr>
          <a:lstStyle/>
          <a:p>
            <a:endParaRPr lang="en-US" dirty="0"/>
          </a:p>
        </p:txBody>
      </p:sp>
      <p:sp>
        <p:nvSpPr>
          <p:cNvPr id="3" name="Content Placeholder 2"/>
          <p:cNvSpPr>
            <a:spLocks noGrp="1"/>
          </p:cNvSpPr>
          <p:nvPr>
            <p:ph idx="1"/>
          </p:nvPr>
        </p:nvSpPr>
        <p:spPr>
          <a:xfrm>
            <a:off x="152400" y="457200"/>
            <a:ext cx="8839200" cy="6248400"/>
          </a:xfrm>
        </p:spPr>
        <p:txBody>
          <a:bodyPr>
            <a:normAutofit fontScale="92500"/>
          </a:bodyPr>
          <a:lstStyle/>
          <a:p>
            <a:pPr marL="0" indent="0" algn="just">
              <a:lnSpc>
                <a:spcPct val="150000"/>
              </a:lnSpc>
              <a:buNone/>
            </a:pPr>
            <a:r>
              <a:rPr lang="en-US" b="1" dirty="0" err="1" smtClean="0">
                <a:solidFill>
                  <a:srgbClr val="00B050"/>
                </a:solidFill>
                <a:latin typeface="Power Geez Unicode1" panose="00000400000000000000" pitchFamily="2" charset="0"/>
              </a:rPr>
              <a:t>ሱራ</a:t>
            </a:r>
            <a:r>
              <a:rPr lang="en-US" b="1" dirty="0" smtClean="0">
                <a:solidFill>
                  <a:srgbClr val="00B050"/>
                </a:solidFill>
                <a:latin typeface="Power Geez Unicode1" panose="00000400000000000000" pitchFamily="2" charset="0"/>
              </a:rPr>
              <a:t> 2:79 </a:t>
            </a:r>
            <a:r>
              <a:rPr lang="en-US" b="1" dirty="0" err="1" smtClean="0">
                <a:solidFill>
                  <a:srgbClr val="00B050"/>
                </a:solidFill>
                <a:latin typeface="Power Geez Unicode1" panose="00000400000000000000" pitchFamily="2" charset="0"/>
              </a:rPr>
              <a:t>እንዲህ</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ይላል</a:t>
            </a:r>
            <a:r>
              <a:rPr lang="en-US" b="1" dirty="0" smtClean="0">
                <a:solidFill>
                  <a:srgbClr val="00B050"/>
                </a:solidFill>
                <a:latin typeface="Power Geez Unicode1" panose="00000400000000000000" pitchFamily="2" charset="0"/>
              </a:rPr>
              <a:t>፡- </a:t>
            </a:r>
            <a:r>
              <a:rPr lang="am-ET" b="1" dirty="0" smtClean="0"/>
              <a:t>ለነዚያም </a:t>
            </a:r>
            <a:r>
              <a:rPr lang="am-ET" b="1" dirty="0"/>
              <a:t>መጽሐፉን በእጆቻቸው ለሚጽፉና ከዚያም በርሱ ጥቂትን ዋጋ ሊገዙበት «ይህ ከአላህ ዘንድ ነው» ለሚሉ ወዮላቸው፡፡ ለነርሱም ከዚያ እጆቻቸው ከጻፉት ወዮላቸው፡፡ ለነሱም ከዚያ ከሚያፈሩት (ኃጢኣት) ወዮላቸው</a:t>
            </a:r>
            <a:r>
              <a:rPr lang="am-ET" b="1" dirty="0" smtClean="0"/>
              <a:t>፡፡</a:t>
            </a:r>
            <a:endParaRPr lang="en-US" b="1" dirty="0" smtClean="0">
              <a:latin typeface="Power Geez Unicode1" panose="00000400000000000000" pitchFamily="2" charset="0"/>
            </a:endParaRPr>
          </a:p>
          <a:p>
            <a:pPr marL="0" indent="0" algn="just">
              <a:lnSpc>
                <a:spcPct val="150000"/>
              </a:lnSpc>
              <a:buNone/>
            </a:pPr>
            <a:r>
              <a:rPr lang="ar-AE" b="1" dirty="0">
                <a:latin typeface="Power Geez Unicode1" panose="00000400000000000000" pitchFamily="2" charset="0"/>
              </a:rPr>
              <a:t>فَوَيْلٌ لِلَّذِينَ يَكْتُبُونَ الْكِتَابَ بِأَيْدِيهِمْ ثُمَّ يَقُولُونَ هَٰذَا مِنْ عِنْدِ اللَّهِ لِيَشْتَرُوا بِهِ ثَمَنًا قَلِيلًا ۖ فَوَيْلٌ لَهُمْ مِمَّا كَتَبَتْ أَيْدِيهِمْ وَوَيْلٌ لَهُمْ مِمَّا يَكْسِبُونَ</a:t>
            </a:r>
            <a:endParaRPr lang="en-US" b="1" dirty="0" smtClean="0">
              <a:latin typeface="Power Geez Unicode1" panose="00000400000000000000" pitchFamily="2" charset="0"/>
            </a:endParaRPr>
          </a:p>
          <a:p>
            <a:pPr marL="0" indent="0">
              <a:buNone/>
            </a:pPr>
            <a:endParaRPr lang="en-US" dirty="0"/>
          </a:p>
        </p:txBody>
      </p:sp>
    </p:spTree>
    <p:extLst>
      <p:ext uri="{BB962C8B-B14F-4D97-AF65-F5344CB8AC3E}">
        <p14:creationId xmlns:p14="http://schemas.microsoft.com/office/powerpoint/2010/main" val="212240035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52400"/>
            <a:ext cx="8229600" cy="122238"/>
          </a:xfrm>
        </p:spPr>
        <p:txBody>
          <a:bodyPr>
            <a:normAutofit fontScale="90000"/>
          </a:bodyPr>
          <a:lstStyle/>
          <a:p>
            <a:endParaRPr lang="en-US" dirty="0"/>
          </a:p>
        </p:txBody>
      </p:sp>
      <p:sp>
        <p:nvSpPr>
          <p:cNvPr id="3" name="Content Placeholder 2"/>
          <p:cNvSpPr>
            <a:spLocks noGrp="1"/>
          </p:cNvSpPr>
          <p:nvPr>
            <p:ph idx="1"/>
          </p:nvPr>
        </p:nvSpPr>
        <p:spPr>
          <a:xfrm>
            <a:off x="76200" y="533400"/>
            <a:ext cx="8991600" cy="6172200"/>
          </a:xfrm>
        </p:spPr>
        <p:txBody>
          <a:bodyPr/>
          <a:lstStyle/>
          <a:p>
            <a:pPr marL="0" indent="0" algn="just">
              <a:lnSpc>
                <a:spcPct val="150000"/>
              </a:lnSpc>
              <a:buNone/>
            </a:pPr>
            <a:r>
              <a:rPr lang="en-US" b="1" dirty="0" err="1">
                <a:solidFill>
                  <a:srgbClr val="00B050"/>
                </a:solidFill>
                <a:latin typeface="Power Geez Unicode1" panose="00000400000000000000" pitchFamily="2" charset="0"/>
              </a:rPr>
              <a:t>ሱራ</a:t>
            </a:r>
            <a:r>
              <a:rPr lang="en-US" b="1" dirty="0">
                <a:solidFill>
                  <a:srgbClr val="00B050"/>
                </a:solidFill>
                <a:latin typeface="Power Geez Unicode1" panose="00000400000000000000" pitchFamily="2" charset="0"/>
              </a:rPr>
              <a:t> </a:t>
            </a:r>
            <a:r>
              <a:rPr lang="en-US" b="1" dirty="0" smtClean="0">
                <a:solidFill>
                  <a:srgbClr val="00B050"/>
                </a:solidFill>
                <a:latin typeface="Power Geez Unicode1" panose="00000400000000000000" pitchFamily="2" charset="0"/>
              </a:rPr>
              <a:t>2:75 </a:t>
            </a:r>
            <a:r>
              <a:rPr lang="en-US" b="1" dirty="0" err="1">
                <a:solidFill>
                  <a:srgbClr val="00B050"/>
                </a:solidFill>
                <a:latin typeface="Power Geez Unicode1" panose="00000400000000000000" pitchFamily="2" charset="0"/>
              </a:rPr>
              <a:t>እንዲህ</a:t>
            </a:r>
            <a:r>
              <a:rPr lang="en-US" b="1" dirty="0">
                <a:solidFill>
                  <a:srgbClr val="00B050"/>
                </a:solidFill>
                <a:latin typeface="Power Geez Unicode1" panose="00000400000000000000" pitchFamily="2" charset="0"/>
              </a:rPr>
              <a:t> </a:t>
            </a:r>
            <a:r>
              <a:rPr lang="en-US" b="1" dirty="0" err="1">
                <a:solidFill>
                  <a:srgbClr val="00B050"/>
                </a:solidFill>
                <a:latin typeface="Power Geez Unicode1" panose="00000400000000000000" pitchFamily="2" charset="0"/>
              </a:rPr>
              <a:t>ይላል</a:t>
            </a:r>
            <a:r>
              <a:rPr lang="en-US" b="1" dirty="0">
                <a:solidFill>
                  <a:srgbClr val="00B050"/>
                </a:solidFill>
                <a:latin typeface="Power Geez Unicode1" panose="00000400000000000000" pitchFamily="2" charset="0"/>
              </a:rPr>
              <a:t>፡-</a:t>
            </a:r>
            <a:r>
              <a:rPr lang="en-US" b="1" dirty="0" smtClean="0">
                <a:latin typeface="Power Geez Unicode1" panose="00000400000000000000" pitchFamily="2" charset="0"/>
              </a:rPr>
              <a:t> </a:t>
            </a:r>
            <a:r>
              <a:rPr lang="am-ET" b="1" dirty="0" smtClean="0"/>
              <a:t>(</a:t>
            </a:r>
            <a:r>
              <a:rPr lang="am-ET" b="1" dirty="0"/>
              <a:t>አይሁዶች) ከነሱ የኾኑ ጭፍሮች የአላህን ቃል የሚሰሙና ከዚያም ከተረዱት በኋላ እነርሱ እያወቁ የሚለውጡት ሲኾኑ ለናንተ ማመናቸውን </a:t>
            </a:r>
            <a:r>
              <a:rPr lang="am-ET" b="1" dirty="0" smtClean="0"/>
              <a:t>ትከጅላላችሁን</a:t>
            </a:r>
            <a:endParaRPr lang="en-US" b="1" dirty="0" smtClean="0">
              <a:latin typeface="Power Geez Unicode1" panose="00000400000000000000" pitchFamily="2" charset="0"/>
            </a:endParaRPr>
          </a:p>
          <a:p>
            <a:pPr marL="0" indent="0" algn="just">
              <a:lnSpc>
                <a:spcPct val="150000"/>
              </a:lnSpc>
              <a:buNone/>
            </a:pPr>
            <a:r>
              <a:rPr lang="en-US" b="1" dirty="0" smtClean="0">
                <a:latin typeface="Power Geez Unicode1" panose="00000400000000000000" pitchFamily="2" charset="0"/>
              </a:rPr>
              <a:t> </a:t>
            </a:r>
            <a:r>
              <a:rPr lang="ar-AE" b="1" dirty="0">
                <a:latin typeface="Power Geez Unicode1" panose="00000400000000000000" pitchFamily="2" charset="0"/>
              </a:rPr>
              <a:t>أَفَتَطْمَعُونَ أَنْ يُؤْمِنُوا لَكُمْ وَقَدْ كَانَ فَرِيقٌ مِنْهُمْ يَسْمَعُونَ كَلَامَ اللَّهِ ثُمَّ يُحَرِّفُونَهُ مِنْ بَعْدِ مَا عَقَلُوهُ وَهُمْ يَعْلَمُونَ</a:t>
            </a:r>
            <a:endParaRPr lang="en-US" b="1" dirty="0">
              <a:latin typeface="Power Geez Unicode1" panose="00000400000000000000" pitchFamily="2" charset="0"/>
            </a:endParaRPr>
          </a:p>
          <a:p>
            <a:pPr marL="0" indent="0">
              <a:buNone/>
            </a:pPr>
            <a:endParaRPr lang="en-US" dirty="0"/>
          </a:p>
        </p:txBody>
      </p:sp>
    </p:spTree>
    <p:extLst>
      <p:ext uri="{BB962C8B-B14F-4D97-AF65-F5344CB8AC3E}">
        <p14:creationId xmlns:p14="http://schemas.microsoft.com/office/powerpoint/2010/main" val="138741947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52400"/>
            <a:ext cx="8229600" cy="122238"/>
          </a:xfrm>
        </p:spPr>
        <p:txBody>
          <a:bodyPr>
            <a:normAutofit fontScale="90000"/>
          </a:bodyPr>
          <a:lstStyle/>
          <a:p>
            <a:endParaRPr lang="en-US" dirty="0"/>
          </a:p>
        </p:txBody>
      </p:sp>
      <p:sp>
        <p:nvSpPr>
          <p:cNvPr id="3" name="Content Placeholder 2"/>
          <p:cNvSpPr>
            <a:spLocks noGrp="1"/>
          </p:cNvSpPr>
          <p:nvPr>
            <p:ph idx="1"/>
          </p:nvPr>
        </p:nvSpPr>
        <p:spPr>
          <a:xfrm>
            <a:off x="152400" y="457200"/>
            <a:ext cx="8763000" cy="6248400"/>
          </a:xfrm>
        </p:spPr>
        <p:txBody>
          <a:bodyPr/>
          <a:lstStyle/>
          <a:p>
            <a:pPr marL="0" indent="0" algn="just">
              <a:lnSpc>
                <a:spcPct val="150000"/>
              </a:lnSpc>
              <a:buNone/>
            </a:pPr>
            <a:r>
              <a:rPr lang="en-US" b="1" dirty="0" err="1">
                <a:solidFill>
                  <a:srgbClr val="FF0000"/>
                </a:solidFill>
                <a:latin typeface="Power Geez Unicode1" panose="00000400000000000000" pitchFamily="2" charset="0"/>
              </a:rPr>
              <a:t>የአላህ</a:t>
            </a:r>
            <a:r>
              <a:rPr lang="en-US" b="1" dirty="0">
                <a:solidFill>
                  <a:srgbClr val="FF0000"/>
                </a:solidFill>
                <a:latin typeface="Power Geez Unicode1" panose="00000400000000000000" pitchFamily="2" charset="0"/>
              </a:rPr>
              <a:t> </a:t>
            </a:r>
            <a:r>
              <a:rPr lang="en-US" b="1" dirty="0" err="1">
                <a:solidFill>
                  <a:srgbClr val="FF0000"/>
                </a:solidFill>
                <a:latin typeface="Power Geez Unicode1" panose="00000400000000000000" pitchFamily="2" charset="0"/>
              </a:rPr>
              <a:t>ቃላት</a:t>
            </a:r>
            <a:r>
              <a:rPr lang="en-US" b="1" dirty="0">
                <a:solidFill>
                  <a:srgbClr val="FF0000"/>
                </a:solidFill>
                <a:latin typeface="Power Geez Unicode1" panose="00000400000000000000" pitchFamily="2" charset="0"/>
              </a:rPr>
              <a:t> (</a:t>
            </a:r>
            <a:r>
              <a:rPr lang="en-US" b="1" dirty="0" err="1">
                <a:solidFill>
                  <a:srgbClr val="FF0000"/>
                </a:solidFill>
                <a:latin typeface="Power Geez Unicode1" panose="00000400000000000000" pitchFamily="2" charset="0"/>
              </a:rPr>
              <a:t>መጻህፍት</a:t>
            </a:r>
            <a:r>
              <a:rPr lang="en-US" b="1" dirty="0">
                <a:solidFill>
                  <a:srgbClr val="FF0000"/>
                </a:solidFill>
                <a:latin typeface="Power Geez Unicode1" panose="00000400000000000000" pitchFamily="2" charset="0"/>
              </a:rPr>
              <a:t>) </a:t>
            </a:r>
            <a:r>
              <a:rPr lang="en-US" b="1" dirty="0" err="1">
                <a:solidFill>
                  <a:srgbClr val="FF0000"/>
                </a:solidFill>
                <a:latin typeface="Power Geez Unicode1" panose="00000400000000000000" pitchFamily="2" charset="0"/>
              </a:rPr>
              <a:t>ለዋጭ</a:t>
            </a:r>
            <a:r>
              <a:rPr lang="en-US" b="1" dirty="0">
                <a:solidFill>
                  <a:srgbClr val="FF0000"/>
                </a:solidFill>
                <a:latin typeface="Power Geez Unicode1" panose="00000400000000000000" pitchFamily="2" charset="0"/>
              </a:rPr>
              <a:t> </a:t>
            </a:r>
            <a:r>
              <a:rPr lang="en-US" b="1" dirty="0" err="1" smtClean="0">
                <a:solidFill>
                  <a:srgbClr val="FF0000"/>
                </a:solidFill>
                <a:latin typeface="Power Geez Unicode1" panose="00000400000000000000" pitchFamily="2" charset="0"/>
              </a:rPr>
              <a:t>የለም</a:t>
            </a:r>
            <a:endParaRPr lang="en-US" b="1" dirty="0" smtClean="0">
              <a:solidFill>
                <a:srgbClr val="FF0000"/>
              </a:solidFill>
              <a:latin typeface="Power Geez Unicode1" panose="00000400000000000000" pitchFamily="2" charset="0"/>
            </a:endParaRPr>
          </a:p>
          <a:p>
            <a:pPr marL="0" indent="0" algn="just">
              <a:lnSpc>
                <a:spcPct val="150000"/>
              </a:lnSpc>
              <a:buNone/>
            </a:pPr>
            <a:r>
              <a:rPr lang="en-US" b="1" dirty="0" err="1" smtClean="0">
                <a:solidFill>
                  <a:srgbClr val="00B050"/>
                </a:solidFill>
                <a:latin typeface="Power Geez Unicode1" panose="00000400000000000000" pitchFamily="2" charset="0"/>
              </a:rPr>
              <a:t>ሱራ</a:t>
            </a:r>
            <a:r>
              <a:rPr lang="en-US" b="1" dirty="0" smtClean="0">
                <a:solidFill>
                  <a:srgbClr val="00B050"/>
                </a:solidFill>
                <a:latin typeface="Power Geez Unicode1" panose="00000400000000000000" pitchFamily="2" charset="0"/>
              </a:rPr>
              <a:t> 6:115 </a:t>
            </a:r>
            <a:r>
              <a:rPr lang="en-US" b="1" dirty="0" err="1">
                <a:solidFill>
                  <a:srgbClr val="00B050"/>
                </a:solidFill>
                <a:latin typeface="Power Geez Unicode1" panose="00000400000000000000" pitchFamily="2" charset="0"/>
              </a:rPr>
              <a:t>እንዲህ</a:t>
            </a:r>
            <a:r>
              <a:rPr lang="en-US" b="1" dirty="0">
                <a:solidFill>
                  <a:srgbClr val="00B050"/>
                </a:solidFill>
                <a:latin typeface="Power Geez Unicode1" panose="00000400000000000000" pitchFamily="2" charset="0"/>
              </a:rPr>
              <a:t> </a:t>
            </a:r>
            <a:r>
              <a:rPr lang="en-US" b="1" dirty="0" err="1">
                <a:solidFill>
                  <a:srgbClr val="00B050"/>
                </a:solidFill>
                <a:latin typeface="Power Geez Unicode1" panose="00000400000000000000" pitchFamily="2" charset="0"/>
              </a:rPr>
              <a:t>ይላል</a:t>
            </a:r>
            <a:r>
              <a:rPr lang="en-US" b="1" dirty="0">
                <a:solidFill>
                  <a:srgbClr val="00B050"/>
                </a:solidFill>
                <a:latin typeface="Power Geez Unicode1" panose="00000400000000000000" pitchFamily="2" charset="0"/>
              </a:rPr>
              <a:t>፡-</a:t>
            </a:r>
            <a:r>
              <a:rPr lang="en-US" b="1" dirty="0">
                <a:latin typeface="Power Geez Unicode1" panose="00000400000000000000" pitchFamily="2" charset="0"/>
              </a:rPr>
              <a:t> </a:t>
            </a:r>
            <a:r>
              <a:rPr lang="am-ET" b="1" dirty="0" smtClean="0"/>
              <a:t>የጌታህም </a:t>
            </a:r>
            <a:r>
              <a:rPr lang="am-ET" b="1" dirty="0"/>
              <a:t>ቃላት እውነተኛና ትክክለኛ ስትኾን ተፈጸመች፡፡ </a:t>
            </a:r>
            <a:r>
              <a:rPr lang="am-ET" b="1" dirty="0">
                <a:solidFill>
                  <a:srgbClr val="7030A0"/>
                </a:solidFill>
              </a:rPr>
              <a:t>ለቃላቱ ለዋጭ የለም፡</a:t>
            </a:r>
            <a:r>
              <a:rPr lang="am-ET" b="1" dirty="0"/>
              <a:t>፡ እርሱም ሰሚው ዐዋቂው ነው</a:t>
            </a:r>
            <a:r>
              <a:rPr lang="am-ET" b="1" dirty="0" smtClean="0"/>
              <a:t>፡፡</a:t>
            </a:r>
            <a:endParaRPr lang="en-US" b="1" dirty="0" smtClean="0">
              <a:latin typeface="Power Geez Unicode1" panose="00000400000000000000" pitchFamily="2" charset="0"/>
            </a:endParaRPr>
          </a:p>
          <a:p>
            <a:pPr marL="0" indent="0" algn="just">
              <a:lnSpc>
                <a:spcPct val="150000"/>
              </a:lnSpc>
              <a:buNone/>
            </a:pPr>
            <a:r>
              <a:rPr lang="ar-AE" b="1" dirty="0" smtClean="0">
                <a:latin typeface="Power Geez Unicode1" panose="00000400000000000000" pitchFamily="2" charset="0"/>
              </a:rPr>
              <a:t>وَتَمَّتْ </a:t>
            </a:r>
            <a:r>
              <a:rPr lang="ar-AE" b="1" dirty="0">
                <a:latin typeface="Power Geez Unicode1" panose="00000400000000000000" pitchFamily="2" charset="0"/>
              </a:rPr>
              <a:t>كَلِمَتُ رَبِّكَ صِدْقًا وَعَدْلًا ۚ </a:t>
            </a:r>
            <a:r>
              <a:rPr lang="ar-AE" b="1" dirty="0">
                <a:solidFill>
                  <a:srgbClr val="7030A0"/>
                </a:solidFill>
                <a:latin typeface="Power Geez Unicode1" panose="00000400000000000000" pitchFamily="2" charset="0"/>
              </a:rPr>
              <a:t>لَا مُبَدِّلَ لِكَلِمَاتِهِ </a:t>
            </a:r>
            <a:r>
              <a:rPr lang="ar-AE" b="1" dirty="0">
                <a:latin typeface="Power Geez Unicode1" panose="00000400000000000000" pitchFamily="2" charset="0"/>
              </a:rPr>
              <a:t>ۚ وَهُوَ السَّمِيعُ الْعَلِيمُ</a:t>
            </a:r>
            <a:endParaRPr lang="en-US" b="1" dirty="0">
              <a:latin typeface="Power Geez Unicode1" panose="00000400000000000000" pitchFamily="2" charset="0"/>
            </a:endParaRPr>
          </a:p>
        </p:txBody>
      </p:sp>
    </p:spTree>
    <p:extLst>
      <p:ext uri="{BB962C8B-B14F-4D97-AF65-F5344CB8AC3E}">
        <p14:creationId xmlns:p14="http://schemas.microsoft.com/office/powerpoint/2010/main" val="373998795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52400"/>
            <a:ext cx="8229600" cy="122238"/>
          </a:xfrm>
        </p:spPr>
        <p:txBody>
          <a:bodyPr>
            <a:normAutofit fontScale="90000"/>
          </a:bodyPr>
          <a:lstStyle/>
          <a:p>
            <a:endParaRPr lang="en-US" dirty="0"/>
          </a:p>
        </p:txBody>
      </p:sp>
      <p:sp>
        <p:nvSpPr>
          <p:cNvPr id="3" name="Content Placeholder 2"/>
          <p:cNvSpPr>
            <a:spLocks noGrp="1"/>
          </p:cNvSpPr>
          <p:nvPr>
            <p:ph idx="1"/>
          </p:nvPr>
        </p:nvSpPr>
        <p:spPr>
          <a:xfrm>
            <a:off x="152400" y="457200"/>
            <a:ext cx="8839200" cy="6324600"/>
          </a:xfrm>
        </p:spPr>
        <p:txBody>
          <a:bodyPr/>
          <a:lstStyle/>
          <a:p>
            <a:pPr marL="0" indent="0" algn="just">
              <a:lnSpc>
                <a:spcPct val="150000"/>
              </a:lnSpc>
              <a:buNone/>
            </a:pPr>
            <a:r>
              <a:rPr lang="en-US" b="1" dirty="0" err="1">
                <a:solidFill>
                  <a:srgbClr val="00B050"/>
                </a:solidFill>
                <a:latin typeface="Power Geez Unicode1" panose="00000400000000000000" pitchFamily="2" charset="0"/>
              </a:rPr>
              <a:t>ሱራ</a:t>
            </a:r>
            <a:r>
              <a:rPr lang="en-US" b="1" dirty="0">
                <a:solidFill>
                  <a:srgbClr val="00B050"/>
                </a:solidFill>
                <a:latin typeface="Power Geez Unicode1" panose="00000400000000000000" pitchFamily="2" charset="0"/>
              </a:rPr>
              <a:t> </a:t>
            </a:r>
            <a:r>
              <a:rPr lang="en-US" b="1" dirty="0" smtClean="0">
                <a:solidFill>
                  <a:srgbClr val="00B050"/>
                </a:solidFill>
                <a:latin typeface="Power Geez Unicode1" panose="00000400000000000000" pitchFamily="2" charset="0"/>
              </a:rPr>
              <a:t>6:34</a:t>
            </a:r>
            <a:r>
              <a:rPr lang="en-US" b="1" dirty="0">
                <a:solidFill>
                  <a:srgbClr val="00B050"/>
                </a:solidFill>
                <a:latin typeface="Power Geez Unicode1" panose="00000400000000000000" pitchFamily="2" charset="0"/>
              </a:rPr>
              <a:t> </a:t>
            </a:r>
            <a:r>
              <a:rPr lang="en-US" b="1" dirty="0" err="1">
                <a:solidFill>
                  <a:srgbClr val="00B050"/>
                </a:solidFill>
                <a:latin typeface="Power Geez Unicode1" panose="00000400000000000000" pitchFamily="2" charset="0"/>
              </a:rPr>
              <a:t>እንዲህ</a:t>
            </a:r>
            <a:r>
              <a:rPr lang="en-US" b="1" dirty="0">
                <a:solidFill>
                  <a:srgbClr val="00B050"/>
                </a:solidFill>
                <a:latin typeface="Power Geez Unicode1" panose="00000400000000000000" pitchFamily="2" charset="0"/>
              </a:rPr>
              <a:t> </a:t>
            </a:r>
            <a:r>
              <a:rPr lang="en-US" b="1" dirty="0" err="1">
                <a:solidFill>
                  <a:srgbClr val="00B050"/>
                </a:solidFill>
                <a:latin typeface="Power Geez Unicode1" panose="00000400000000000000" pitchFamily="2" charset="0"/>
              </a:rPr>
              <a:t>ይላል</a:t>
            </a:r>
            <a:r>
              <a:rPr lang="en-US" b="1" dirty="0">
                <a:solidFill>
                  <a:srgbClr val="00B050"/>
                </a:solidFill>
                <a:latin typeface="Power Geez Unicode1" panose="00000400000000000000" pitchFamily="2" charset="0"/>
              </a:rPr>
              <a:t>፡-</a:t>
            </a:r>
            <a:r>
              <a:rPr lang="en-US" b="1" dirty="0" smtClean="0">
                <a:latin typeface="Power Geez Unicode1" panose="00000400000000000000" pitchFamily="2" charset="0"/>
              </a:rPr>
              <a:t> </a:t>
            </a:r>
            <a:r>
              <a:rPr lang="am-ET" b="1" dirty="0" smtClean="0"/>
              <a:t>ከበፊትህም </a:t>
            </a:r>
            <a:r>
              <a:rPr lang="am-ET" b="1" dirty="0"/>
              <a:t>መልክተኞች በእርግጥ ተስተባበሉ፡፡ በተስተባበሉበትም ነገርና በተሰቃዩት ላይ እርዳታችን እስከመጣላቸው ድረስ ታገሱ፡፡ </a:t>
            </a:r>
            <a:r>
              <a:rPr lang="am-ET" b="1" dirty="0">
                <a:solidFill>
                  <a:srgbClr val="7030A0"/>
                </a:solidFill>
              </a:rPr>
              <a:t>የአላህንም ንግግሮች ለዋጭ የለም</a:t>
            </a:r>
            <a:r>
              <a:rPr lang="am-ET" b="1" dirty="0"/>
              <a:t>፡፡ ከመልክተኞቹም ወሬ (የምትረጋጋበት) በእርግጥ መጣልህ</a:t>
            </a:r>
            <a:r>
              <a:rPr lang="am-ET" b="1" dirty="0" smtClean="0"/>
              <a:t>፡</a:t>
            </a:r>
            <a:r>
              <a:rPr lang="en-US" b="1" dirty="0" smtClean="0">
                <a:latin typeface="Power Geez Unicode1" panose="00000400000000000000" pitchFamily="2" charset="0"/>
              </a:rPr>
              <a:t>:</a:t>
            </a:r>
          </a:p>
          <a:p>
            <a:pPr marL="0" indent="0" algn="just">
              <a:lnSpc>
                <a:spcPct val="150000"/>
              </a:lnSpc>
              <a:buNone/>
            </a:pPr>
            <a:r>
              <a:rPr lang="ar-AE" dirty="0"/>
              <a:t>و</a:t>
            </a:r>
            <a:r>
              <a:rPr lang="ar-AE" b="1" dirty="0"/>
              <a:t>َلَقَدْ كُذِّبَتْ رُسُلٌ مِنْ قَبْلِكَ فَصَبَرُوا عَلَىٰ مَا كُذِّبُوا وَأُوذُوا حَتَّىٰ أَتَاهُمْ نَصْرُنَا </a:t>
            </a:r>
            <a:r>
              <a:rPr lang="ar-AE" b="1" dirty="0">
                <a:solidFill>
                  <a:srgbClr val="7030A0"/>
                </a:solidFill>
              </a:rPr>
              <a:t>ۚ وَلَا مُبَدِّلَ لِكَلِمَاتِ اللَّهِ</a:t>
            </a:r>
            <a:r>
              <a:rPr lang="ar-AE" b="1" dirty="0"/>
              <a:t> ۚ وَلَقَدْ جَاءَكَ مِنْ نَبَإِ الْمُرْسَلِينَ</a:t>
            </a:r>
            <a:endParaRPr lang="en-US" b="1" dirty="0">
              <a:latin typeface="Power Geez Unicode1" panose="00000400000000000000" pitchFamily="2" charset="0"/>
            </a:endParaRPr>
          </a:p>
        </p:txBody>
      </p:sp>
    </p:spTree>
    <p:extLst>
      <p:ext uri="{BB962C8B-B14F-4D97-AF65-F5344CB8AC3E}">
        <p14:creationId xmlns:p14="http://schemas.microsoft.com/office/powerpoint/2010/main" val="169806412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52400"/>
            <a:ext cx="8229600" cy="122238"/>
          </a:xfrm>
        </p:spPr>
        <p:txBody>
          <a:bodyPr>
            <a:normAutofit fontScale="90000"/>
          </a:bodyPr>
          <a:lstStyle/>
          <a:p>
            <a:endParaRPr lang="en-US" dirty="0"/>
          </a:p>
        </p:txBody>
      </p:sp>
      <p:sp>
        <p:nvSpPr>
          <p:cNvPr id="3" name="Content Placeholder 2"/>
          <p:cNvSpPr>
            <a:spLocks noGrp="1"/>
          </p:cNvSpPr>
          <p:nvPr>
            <p:ph idx="1"/>
          </p:nvPr>
        </p:nvSpPr>
        <p:spPr>
          <a:xfrm>
            <a:off x="152400" y="533400"/>
            <a:ext cx="8839200" cy="6172200"/>
          </a:xfrm>
        </p:spPr>
        <p:txBody>
          <a:bodyPr/>
          <a:lstStyle/>
          <a:p>
            <a:pPr marL="0" indent="0" algn="just">
              <a:lnSpc>
                <a:spcPct val="150000"/>
              </a:lnSpc>
              <a:buNone/>
            </a:pPr>
            <a:r>
              <a:rPr lang="en-US" b="1" dirty="0" err="1">
                <a:solidFill>
                  <a:srgbClr val="00B050"/>
                </a:solidFill>
                <a:latin typeface="Power Geez Unicode1" panose="00000400000000000000" pitchFamily="2" charset="0"/>
              </a:rPr>
              <a:t>ሱራ</a:t>
            </a:r>
            <a:r>
              <a:rPr lang="en-US" b="1" dirty="0">
                <a:solidFill>
                  <a:srgbClr val="00B050"/>
                </a:solidFill>
                <a:latin typeface="Power Geez Unicode1" panose="00000400000000000000" pitchFamily="2" charset="0"/>
              </a:rPr>
              <a:t> </a:t>
            </a:r>
            <a:r>
              <a:rPr lang="en-US" b="1" dirty="0" smtClean="0">
                <a:solidFill>
                  <a:srgbClr val="92D050"/>
                </a:solidFill>
                <a:latin typeface="Power Geez Unicode1" panose="00000400000000000000" pitchFamily="2" charset="0"/>
              </a:rPr>
              <a:t>10:64 </a:t>
            </a:r>
            <a:r>
              <a:rPr lang="en-US" b="1" dirty="0" err="1">
                <a:solidFill>
                  <a:srgbClr val="00B050"/>
                </a:solidFill>
                <a:latin typeface="Power Geez Unicode1" panose="00000400000000000000" pitchFamily="2" charset="0"/>
              </a:rPr>
              <a:t>እንዲህ</a:t>
            </a:r>
            <a:r>
              <a:rPr lang="en-US" b="1" dirty="0">
                <a:solidFill>
                  <a:srgbClr val="00B050"/>
                </a:solidFill>
                <a:latin typeface="Power Geez Unicode1" panose="00000400000000000000" pitchFamily="2" charset="0"/>
              </a:rPr>
              <a:t> </a:t>
            </a:r>
            <a:r>
              <a:rPr lang="en-US" b="1" dirty="0" err="1">
                <a:solidFill>
                  <a:srgbClr val="00B050"/>
                </a:solidFill>
                <a:latin typeface="Power Geez Unicode1" panose="00000400000000000000" pitchFamily="2" charset="0"/>
              </a:rPr>
              <a:t>ይላል</a:t>
            </a:r>
            <a:r>
              <a:rPr lang="en-US" b="1" dirty="0">
                <a:solidFill>
                  <a:srgbClr val="00B050"/>
                </a:solidFill>
                <a:latin typeface="Power Geez Unicode1" panose="00000400000000000000" pitchFamily="2" charset="0"/>
              </a:rPr>
              <a:t>፡-</a:t>
            </a:r>
            <a:r>
              <a:rPr lang="en-US" b="1" dirty="0">
                <a:latin typeface="Power Geez Unicode1" panose="00000400000000000000" pitchFamily="2" charset="0"/>
              </a:rPr>
              <a:t> </a:t>
            </a:r>
            <a:r>
              <a:rPr lang="am-ET" b="1" dirty="0" smtClean="0"/>
              <a:t>ለእነሱ </a:t>
            </a:r>
            <a:r>
              <a:rPr lang="am-ET" b="1" dirty="0"/>
              <a:t>በቅርቢቱ ሕይወትም በመጨረሻይቱም ብስራት አላቸው፤ </a:t>
            </a:r>
            <a:r>
              <a:rPr lang="am-ET" b="1" dirty="0">
                <a:solidFill>
                  <a:srgbClr val="7030A0"/>
                </a:solidFill>
              </a:rPr>
              <a:t>የአላህ ቃላት መለወጥ የላትም</a:t>
            </a:r>
            <a:r>
              <a:rPr lang="am-ET" b="1" dirty="0"/>
              <a:t>፤ ይህ እርሱ ታላቅ ዕድል ነው</a:t>
            </a:r>
            <a:r>
              <a:rPr lang="am-ET" b="1" dirty="0" smtClean="0"/>
              <a:t>፡፡</a:t>
            </a:r>
            <a:endParaRPr lang="en-US" b="1" dirty="0" smtClean="0">
              <a:latin typeface="Power Geez Unicode1" panose="00000400000000000000" pitchFamily="2" charset="0"/>
            </a:endParaRPr>
          </a:p>
          <a:p>
            <a:pPr marL="0" indent="0" algn="just">
              <a:lnSpc>
                <a:spcPct val="150000"/>
              </a:lnSpc>
              <a:buNone/>
            </a:pPr>
            <a:r>
              <a:rPr lang="ar-AE" b="1" dirty="0">
                <a:latin typeface="Power Geez Unicode1" panose="00000400000000000000" pitchFamily="2" charset="0"/>
              </a:rPr>
              <a:t>لَهُمُ الْبُشْرَىٰ فِي الْحَيَاةِ الدُّنْيَا وَفِي الْآخِرَةِ ۚ </a:t>
            </a:r>
            <a:r>
              <a:rPr lang="ar-AE" b="1" dirty="0">
                <a:solidFill>
                  <a:srgbClr val="7030A0"/>
                </a:solidFill>
                <a:latin typeface="Power Geez Unicode1" panose="00000400000000000000" pitchFamily="2" charset="0"/>
              </a:rPr>
              <a:t>لَا تَبْدِيلَ لِكَلِمَاتِ اللَّهِ </a:t>
            </a:r>
            <a:r>
              <a:rPr lang="ar-AE" b="1" dirty="0">
                <a:latin typeface="Power Geez Unicode1" panose="00000400000000000000" pitchFamily="2" charset="0"/>
              </a:rPr>
              <a:t>ۚ ذَٰلِكَ هُوَ الْفَوْزُ الْعَظِيمُ</a:t>
            </a:r>
            <a:endParaRPr lang="en-US" b="1" dirty="0">
              <a:latin typeface="Power Geez Unicode1" panose="00000400000000000000" pitchFamily="2" charset="0"/>
            </a:endParaRPr>
          </a:p>
        </p:txBody>
      </p:sp>
    </p:spTree>
    <p:extLst>
      <p:ext uri="{BB962C8B-B14F-4D97-AF65-F5344CB8AC3E}">
        <p14:creationId xmlns:p14="http://schemas.microsoft.com/office/powerpoint/2010/main" val="136114117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949</TotalTime>
  <Words>1082</Words>
  <Application>Microsoft Office PowerPoint</Application>
  <PresentationFormat>On-screen Show (4:3)</PresentationFormat>
  <Paragraphs>42</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ስለመጽሐፍ ቅዱስ በቁርአን</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ስለመጽሐፍ ቅዱስና ኢየሱስ በቁርአን</dc:title>
  <dc:creator>Windows User</dc:creator>
  <cp:lastModifiedBy>Windows User</cp:lastModifiedBy>
  <cp:revision>35</cp:revision>
  <dcterms:created xsi:type="dcterms:W3CDTF">2025-07-06T14:56:43Z</dcterms:created>
  <dcterms:modified xsi:type="dcterms:W3CDTF">2025-07-07T16:48:41Z</dcterms:modified>
</cp:coreProperties>
</file>