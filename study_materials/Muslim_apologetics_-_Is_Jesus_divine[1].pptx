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58" r:id="rId7"/>
    <p:sldId id="260" r:id="rId8"/>
    <p:sldId id="261" r:id="rId9"/>
    <p:sldId id="265" r:id="rId10"/>
    <p:sldId id="266" r:id="rId11"/>
    <p:sldId id="267" r:id="rId12"/>
    <p:sldId id="259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900" autoAdjust="0"/>
  </p:normalViewPr>
  <p:slideViewPr>
    <p:cSldViewPr>
      <p:cViewPr>
        <p:scale>
          <a:sx n="71" d="100"/>
          <a:sy n="71" d="100"/>
        </p:scale>
        <p:origin x="-135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2E62D-AC5C-4306-B02A-50D6F667F2A2}" type="datetimeFigureOut">
              <a:rPr lang="en-US" smtClean="0"/>
              <a:t>21-Jul-25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C35E-E258-4CBA-A68F-D618E2EE2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2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2E62D-AC5C-4306-B02A-50D6F667F2A2}" type="datetimeFigureOut">
              <a:rPr lang="en-US" smtClean="0"/>
              <a:t>21-Jul-25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C35E-E258-4CBA-A68F-D618E2EE2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0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2E62D-AC5C-4306-B02A-50D6F667F2A2}" type="datetimeFigureOut">
              <a:rPr lang="en-US" smtClean="0"/>
              <a:t>21-Jul-25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C35E-E258-4CBA-A68F-D618E2EE2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74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2E62D-AC5C-4306-B02A-50D6F667F2A2}" type="datetimeFigureOut">
              <a:rPr lang="en-US" smtClean="0"/>
              <a:t>21-Jul-25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C35E-E258-4CBA-A68F-D618E2EE2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89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2E62D-AC5C-4306-B02A-50D6F667F2A2}" type="datetimeFigureOut">
              <a:rPr lang="en-US" smtClean="0"/>
              <a:t>21-Jul-25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C35E-E258-4CBA-A68F-D618E2EE2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3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2E62D-AC5C-4306-B02A-50D6F667F2A2}" type="datetimeFigureOut">
              <a:rPr lang="en-US" smtClean="0"/>
              <a:t>21-Jul-25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C35E-E258-4CBA-A68F-D618E2EE2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2E62D-AC5C-4306-B02A-50D6F667F2A2}" type="datetimeFigureOut">
              <a:rPr lang="en-US" smtClean="0"/>
              <a:t>21-Jul-25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C35E-E258-4CBA-A68F-D618E2EE2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2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2E62D-AC5C-4306-B02A-50D6F667F2A2}" type="datetimeFigureOut">
              <a:rPr lang="en-US" smtClean="0"/>
              <a:t>21-Jul-25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C35E-E258-4CBA-A68F-D618E2EE2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3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2E62D-AC5C-4306-B02A-50D6F667F2A2}" type="datetimeFigureOut">
              <a:rPr lang="en-US" smtClean="0"/>
              <a:t>21-Jul-25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C35E-E258-4CBA-A68F-D618E2EE2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2E62D-AC5C-4306-B02A-50D6F667F2A2}" type="datetimeFigureOut">
              <a:rPr lang="en-US" smtClean="0"/>
              <a:t>21-Jul-25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C35E-E258-4CBA-A68F-D618E2EE2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79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2E62D-AC5C-4306-B02A-50D6F667F2A2}" type="datetimeFigureOut">
              <a:rPr lang="en-US" smtClean="0"/>
              <a:t>21-Jul-25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C35E-E258-4CBA-A68F-D618E2EE2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03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2E62D-AC5C-4306-B02A-50D6F667F2A2}" type="datetimeFigureOut">
              <a:rPr lang="en-US" smtClean="0"/>
              <a:t>21-Jul-25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C35E-E258-4CBA-A68F-D618E2EE2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9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C00000"/>
                </a:solidFill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solidFill>
                  <a:srgbClr val="C0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  <a:latin typeface="Power Geez Unicode1" panose="00000400000000000000" pitchFamily="2" charset="0"/>
              </a:rPr>
              <a:t>አምላክ</a:t>
            </a:r>
            <a:r>
              <a:rPr lang="en-US" b="1" dirty="0" smtClean="0">
                <a:solidFill>
                  <a:srgbClr val="C0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  <a:latin typeface="Power Geez Unicode1" panose="00000400000000000000" pitchFamily="2" charset="0"/>
              </a:rPr>
              <a:t>ነውን</a:t>
            </a:r>
            <a:r>
              <a:rPr lang="en-US" b="1" dirty="0" smtClean="0">
                <a:solidFill>
                  <a:srgbClr val="C00000"/>
                </a:solidFill>
                <a:latin typeface="Power Geez Unicode1" panose="00000400000000000000" pitchFamily="2" charset="0"/>
              </a:rPr>
              <a:t>?</a:t>
            </a:r>
            <a:endParaRPr lang="en-US" b="1" dirty="0">
              <a:solidFill>
                <a:srgbClr val="C00000"/>
              </a:solidFill>
              <a:latin typeface="Power Geez Unicode1" panose="000004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ክፍል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አራት</a:t>
            </a:r>
            <a:endParaRPr lang="en-US" b="1" dirty="0">
              <a:solidFill>
                <a:srgbClr val="00B050"/>
              </a:solidFill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93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228600"/>
            <a:ext cx="8229600" cy="460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81000"/>
            <a:ext cx="8915400" cy="6705600"/>
          </a:xfrm>
        </p:spPr>
        <p:txBody>
          <a:bodyPr>
            <a:normAutofit fontScale="70000" lnSpcReduction="20000"/>
          </a:bodyPr>
          <a:lstStyle/>
          <a:p>
            <a:pPr marL="514350" indent="-514350" algn="just">
              <a:lnSpc>
                <a:spcPct val="170000"/>
              </a:lnSpc>
              <a:buAutoNum type="arabicPeriod"/>
            </a:pPr>
            <a:r>
              <a:rPr lang="en-US" sz="4600" b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ኢየሱስ</a:t>
            </a:r>
            <a:r>
              <a:rPr lang="en-US" sz="4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sz="4600" b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በቁርአን</a:t>
            </a:r>
            <a:endParaRPr lang="en-US" sz="4600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US" b="1" dirty="0" err="1" smtClean="0">
                <a:solidFill>
                  <a:srgbClr val="00B050"/>
                </a:solidFill>
                <a:latin typeface="Arial Black" pitchFamily="34" charset="0"/>
              </a:rPr>
              <a:t>ኢሳ</a:t>
            </a:r>
            <a:r>
              <a:rPr lang="en-US" b="1" dirty="0" smtClean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itchFamily="34" charset="0"/>
              </a:rPr>
              <a:t>ተብሎ</a:t>
            </a:r>
            <a:r>
              <a:rPr lang="en-US" b="1" dirty="0" smtClean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itchFamily="34" charset="0"/>
              </a:rPr>
              <a:t>ተጠቅሶአል</a:t>
            </a:r>
            <a:r>
              <a:rPr lang="en-US" b="1" dirty="0" smtClean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smtClean="0">
                <a:latin typeface="Arial Black" pitchFamily="34" charset="0"/>
              </a:rPr>
              <a:t>- </a:t>
            </a:r>
            <a:r>
              <a:rPr lang="en-US" b="1" dirty="0" err="1" smtClean="0">
                <a:latin typeface="Arial Black" pitchFamily="34" charset="0"/>
              </a:rPr>
              <a:t>በምዕራቡ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አረማይክ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am-ET" b="1" dirty="0" smtClean="0">
                <a:latin typeface="Arial Black" pitchFamily="34" charset="0"/>
              </a:rPr>
              <a:t>ቋ</a:t>
            </a:r>
            <a:r>
              <a:rPr lang="en-US" b="1" dirty="0" smtClean="0">
                <a:latin typeface="Arial Black" pitchFamily="34" charset="0"/>
              </a:rPr>
              <a:t>ን</a:t>
            </a:r>
            <a:r>
              <a:rPr lang="am-ET" b="1" dirty="0" smtClean="0">
                <a:latin typeface="Arial Black" pitchFamily="34" charset="0"/>
              </a:rPr>
              <a:t>ቋ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ኢየሱስን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የሹዋ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ተብሎ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ሲጠራ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በምስራቁ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አረማይክ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ኢሳ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ተብሎ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ይጠራ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ነበር</a:t>
            </a:r>
            <a:r>
              <a:rPr lang="en-US" b="1" dirty="0" smtClean="0">
                <a:latin typeface="Arial Black" pitchFamily="34" charset="0"/>
              </a:rPr>
              <a:t>፡፡ </a:t>
            </a:r>
            <a:r>
              <a:rPr lang="en-US" b="1" dirty="0" err="1" smtClean="0">
                <a:latin typeface="Arial Black" pitchFamily="34" charset="0"/>
              </a:rPr>
              <a:t>ቁርአን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ብዙ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ቦታዎች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ኢሳ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ብሎ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ይጠራዋል</a:t>
            </a:r>
            <a:r>
              <a:rPr lang="en-US" b="1" dirty="0" smtClean="0">
                <a:latin typeface="Arial Black" pitchFamily="34" charset="0"/>
              </a:rPr>
              <a:t>፡፡ (</a:t>
            </a:r>
            <a:r>
              <a:rPr lang="en-US" b="1" dirty="0" err="1" smtClean="0">
                <a:latin typeface="Arial Black" pitchFamily="34" charset="0"/>
              </a:rPr>
              <a:t>ሱራ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AU" b="1" dirty="0" smtClean="0">
                <a:latin typeface="Arial Black" panose="020B0A04020102020204" pitchFamily="34" charset="0"/>
              </a:rPr>
              <a:t>3:52,55,59</a:t>
            </a:r>
            <a:r>
              <a:rPr lang="en-AU" b="1" dirty="0">
                <a:latin typeface="Arial Black" panose="020B0A04020102020204" pitchFamily="34" charset="0"/>
              </a:rPr>
              <a:t>; </a:t>
            </a:r>
            <a:r>
              <a:rPr lang="en-AU" b="1" dirty="0" smtClean="0">
                <a:latin typeface="Arial Black" panose="020B0A04020102020204" pitchFamily="34" charset="0"/>
              </a:rPr>
              <a:t>43:63)</a:t>
            </a:r>
            <a:endParaRPr lang="en-US" b="1" dirty="0" smtClean="0">
              <a:latin typeface="Arial Black" pitchFamily="34" charset="0"/>
            </a:endParaRPr>
          </a:p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US" b="1" dirty="0" err="1" smtClean="0">
                <a:solidFill>
                  <a:srgbClr val="00B050"/>
                </a:solidFill>
                <a:latin typeface="Arial Black" pitchFamily="34" charset="0"/>
              </a:rPr>
              <a:t>መሲህ</a:t>
            </a:r>
            <a:r>
              <a:rPr lang="en-US" b="1" dirty="0" smtClean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smtClean="0">
                <a:latin typeface="Arial Black" pitchFamily="34" charset="0"/>
              </a:rPr>
              <a:t>- </a:t>
            </a:r>
            <a:r>
              <a:rPr lang="en-US" b="1" dirty="0" err="1" smtClean="0">
                <a:latin typeface="Arial Black" pitchFamily="34" charset="0"/>
              </a:rPr>
              <a:t>ተብሎ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ተጠርቶአል</a:t>
            </a:r>
            <a:r>
              <a:rPr lang="en-US" b="1" dirty="0" smtClean="0">
                <a:latin typeface="Arial Black" pitchFamily="34" charset="0"/>
              </a:rPr>
              <a:t>፡፡ </a:t>
            </a:r>
            <a:r>
              <a:rPr lang="en-US" b="1" dirty="0" err="1" smtClean="0">
                <a:latin typeface="Arial Black" pitchFamily="34" charset="0"/>
              </a:rPr>
              <a:t>በእስልምና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መሲህ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የሚለው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ቃል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ብዙ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ትርጉም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አለው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ለምሳሌ</a:t>
            </a:r>
            <a:r>
              <a:rPr lang="en-US" b="1" dirty="0" smtClean="0">
                <a:latin typeface="Arial Black" pitchFamily="34" charset="0"/>
              </a:rPr>
              <a:t>፡- </a:t>
            </a:r>
            <a:r>
              <a:rPr lang="en-US" b="1" dirty="0" err="1" smtClean="0">
                <a:latin typeface="Arial Black" pitchFamily="34" charset="0"/>
              </a:rPr>
              <a:t>የተባረከ</a:t>
            </a:r>
            <a:r>
              <a:rPr lang="en-US" b="1" dirty="0" smtClean="0">
                <a:latin typeface="Arial Black" pitchFamily="34" charset="0"/>
              </a:rPr>
              <a:t>፣ </a:t>
            </a:r>
            <a:r>
              <a:rPr lang="en-US" b="1" dirty="0" err="1" smtClean="0">
                <a:latin typeface="Arial Black" pitchFamily="34" charset="0"/>
              </a:rPr>
              <a:t>በክብር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የተቀባ</a:t>
            </a:r>
            <a:r>
              <a:rPr lang="en-US" b="1" dirty="0" smtClean="0">
                <a:latin typeface="Arial Black" pitchFamily="34" charset="0"/>
              </a:rPr>
              <a:t>፣ </a:t>
            </a:r>
            <a:r>
              <a:rPr lang="en-US" b="1" dirty="0" err="1" smtClean="0">
                <a:latin typeface="Arial Black" pitchFamily="34" charset="0"/>
              </a:rPr>
              <a:t>ከሰይጣን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የተጠበቀ</a:t>
            </a:r>
            <a:r>
              <a:rPr lang="en-US" b="1" dirty="0" smtClean="0">
                <a:latin typeface="Arial Black" pitchFamily="34" charset="0"/>
              </a:rPr>
              <a:t>፣ ተ</a:t>
            </a:r>
            <a:r>
              <a:rPr lang="am-ET" b="1" dirty="0" smtClean="0">
                <a:latin typeface="Arial Black" pitchFamily="34" charset="0"/>
              </a:rPr>
              <a:t>ጓ</a:t>
            </a:r>
            <a:r>
              <a:rPr lang="en-US" b="1" dirty="0" smtClean="0">
                <a:latin typeface="Arial Black" pitchFamily="34" charset="0"/>
              </a:rPr>
              <a:t>ዥ፣ </a:t>
            </a:r>
            <a:r>
              <a:rPr lang="en-US" b="1" dirty="0" err="1" smtClean="0">
                <a:latin typeface="Arial Black" pitchFamily="34" charset="0"/>
              </a:rPr>
              <a:t>ጠፍጣፋ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እግር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ያለው</a:t>
            </a:r>
            <a:r>
              <a:rPr lang="en-US" b="1" dirty="0" smtClean="0">
                <a:latin typeface="Arial Black" pitchFamily="34" charset="0"/>
              </a:rPr>
              <a:t>፣ </a:t>
            </a:r>
            <a:r>
              <a:rPr lang="en-US" b="1" dirty="0" err="1" smtClean="0">
                <a:latin typeface="Arial Black" pitchFamily="34" charset="0"/>
              </a:rPr>
              <a:t>ከኃጢአት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ንጹህ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የሆነ</a:t>
            </a:r>
            <a:r>
              <a:rPr lang="en-US" b="1" dirty="0" smtClean="0">
                <a:latin typeface="Arial Black" pitchFamily="34" charset="0"/>
              </a:rPr>
              <a:t>፡፡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itchFamily="34" charset="0"/>
              </a:rPr>
              <a:t>የማሪያም</a:t>
            </a:r>
            <a:r>
              <a:rPr lang="en-US" b="1" dirty="0" smtClean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itchFamily="34" charset="0"/>
              </a:rPr>
              <a:t>ልጅ</a:t>
            </a:r>
            <a:r>
              <a:rPr lang="en-US" b="1" dirty="0" smtClean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itchFamily="34" charset="0"/>
              </a:rPr>
              <a:t>አልመሲህ</a:t>
            </a:r>
            <a:r>
              <a:rPr lang="en-US" b="1" dirty="0" smtClean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itchFamily="34" charset="0"/>
              </a:rPr>
              <a:t>ኢሳ</a:t>
            </a:r>
            <a:r>
              <a:rPr lang="en-US" b="1" dirty="0" smtClean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smtClean="0">
                <a:latin typeface="Arial Black" pitchFamily="34" charset="0"/>
              </a:rPr>
              <a:t>- </a:t>
            </a:r>
            <a:r>
              <a:rPr lang="en-US" b="1" dirty="0" err="1" smtClean="0">
                <a:latin typeface="Arial Black" pitchFamily="34" charset="0"/>
              </a:rPr>
              <a:t>ከድንግል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ማርያም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የተወለደ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መሲህ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እንደሆነ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en-US" b="1" dirty="0" err="1" smtClean="0">
                <a:latin typeface="Arial Black" pitchFamily="34" charset="0"/>
              </a:rPr>
              <a:t>ይገልጻል</a:t>
            </a:r>
            <a:r>
              <a:rPr lang="en-US" b="1" dirty="0" smtClean="0">
                <a:latin typeface="Arial Black" pitchFamily="34" charset="0"/>
              </a:rPr>
              <a:t> (</a:t>
            </a:r>
            <a:r>
              <a:rPr lang="en-US" b="1" dirty="0" err="1" smtClean="0">
                <a:latin typeface="Arial Black" pitchFamily="34" charset="0"/>
              </a:rPr>
              <a:t>ሱራ</a:t>
            </a:r>
            <a:r>
              <a:rPr lang="en-US" b="1" dirty="0" smtClean="0">
                <a:latin typeface="Arial Black" pitchFamily="34" charset="0"/>
              </a:rPr>
              <a:t> </a:t>
            </a:r>
            <a:r>
              <a:rPr lang="ar-YE" b="1" dirty="0">
                <a:latin typeface="Arial Black" panose="020B0A04020102020204" pitchFamily="34" charset="0"/>
              </a:rPr>
              <a:t>2:87,253</a:t>
            </a:r>
            <a:r>
              <a:rPr lang="en-US" b="1" dirty="0">
                <a:latin typeface="Arial Black" panose="020B0A04020102020204" pitchFamily="34" charset="0"/>
              </a:rPr>
              <a:t>; </a:t>
            </a:r>
            <a:r>
              <a:rPr lang="ar-YE" b="1" dirty="0">
                <a:latin typeface="Arial Black" panose="020B0A04020102020204" pitchFamily="34" charset="0"/>
              </a:rPr>
              <a:t>5:112,114,116</a:t>
            </a:r>
            <a:r>
              <a:rPr lang="en-US" b="1" dirty="0">
                <a:latin typeface="Arial Black" panose="020B0A04020102020204" pitchFamily="34" charset="0"/>
              </a:rPr>
              <a:t>;</a:t>
            </a:r>
            <a:r>
              <a:rPr lang="ar-YE" b="1" dirty="0">
                <a:latin typeface="Arial Black" panose="020B0A04020102020204" pitchFamily="34" charset="0"/>
              </a:rPr>
              <a:t>19:34 </a:t>
            </a:r>
            <a:r>
              <a:rPr lang="en-US" b="1" dirty="0">
                <a:latin typeface="Arial Black" panose="020B0A04020102020204" pitchFamily="34" charset="0"/>
              </a:rPr>
              <a:t>;</a:t>
            </a:r>
            <a:r>
              <a:rPr lang="ar-YE" b="1" dirty="0">
                <a:latin typeface="Arial Black" panose="020B0A04020102020204" pitchFamily="34" charset="0"/>
              </a:rPr>
              <a:t>61:6,14</a:t>
            </a:r>
            <a:r>
              <a:rPr lang="en-US" b="1" dirty="0">
                <a:latin typeface="Arial Black" panose="020B0A04020102020204" pitchFamily="34" charset="0"/>
              </a:rPr>
              <a:t>;  </a:t>
            </a:r>
            <a:r>
              <a:rPr lang="en-AU" b="1" dirty="0">
                <a:latin typeface="Arial Black" panose="020B0A04020102020204" pitchFamily="34" charset="0"/>
              </a:rPr>
              <a:t>5:17,72,75, 78; 9:31; 3:45; </a:t>
            </a:r>
            <a:r>
              <a:rPr lang="en-AU" b="1" dirty="0" smtClean="0">
                <a:latin typeface="Arial Black" panose="020B0A04020102020204" pitchFamily="34" charset="0"/>
              </a:rPr>
              <a:t>4:157,171)፡፡</a:t>
            </a:r>
            <a:endParaRPr lang="en-AU" b="1" dirty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AU" dirty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b="1" dirty="0" smtClean="0">
              <a:latin typeface="Arial Black" pitchFamily="34" charset="0"/>
            </a:endParaRP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124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76200"/>
            <a:ext cx="8229600" cy="1984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839200" cy="632460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US" b="1" dirty="0" err="1">
                <a:solidFill>
                  <a:srgbClr val="00B050"/>
                </a:solidFill>
                <a:latin typeface="Arial Black" pitchFamily="34" charset="0"/>
              </a:rPr>
              <a:t>በመስቀል</a:t>
            </a: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Arial Black" pitchFamily="34" charset="0"/>
              </a:rPr>
              <a:t>ላይ</a:t>
            </a: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Arial Black" pitchFamily="34" charset="0"/>
              </a:rPr>
              <a:t>አልሞተም</a:t>
            </a: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Arial Black" pitchFamily="34" charset="0"/>
              </a:rPr>
              <a:t>- </a:t>
            </a:r>
            <a:r>
              <a:rPr lang="en-US" b="1" dirty="0" smtClean="0">
                <a:latin typeface="Arial Black" pitchFamily="34" charset="0"/>
              </a:rPr>
              <a:t>(</a:t>
            </a:r>
            <a:r>
              <a:rPr lang="en-US" b="1" dirty="0" err="1">
                <a:latin typeface="Arial Black" pitchFamily="34" charset="0"/>
              </a:rPr>
              <a:t>ሱራ</a:t>
            </a:r>
            <a:r>
              <a:rPr lang="en-US" b="1" dirty="0">
                <a:latin typeface="Arial Black" pitchFamily="34" charset="0"/>
              </a:rPr>
              <a:t> 4፡157)፤ 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US" b="1" dirty="0" err="1">
                <a:solidFill>
                  <a:srgbClr val="00B050"/>
                </a:solidFill>
                <a:latin typeface="Arial Black" pitchFamily="34" charset="0"/>
              </a:rPr>
              <a:t>ዳግም</a:t>
            </a: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Arial Black" pitchFamily="34" charset="0"/>
              </a:rPr>
              <a:t>ይመለሳል</a:t>
            </a: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smtClean="0">
                <a:latin typeface="Arial Black" pitchFamily="34" charset="0"/>
              </a:rPr>
              <a:t>- (</a:t>
            </a:r>
            <a:r>
              <a:rPr lang="en-US" b="1" dirty="0" err="1">
                <a:latin typeface="Arial Black" pitchFamily="34" charset="0"/>
              </a:rPr>
              <a:t>ሱራ</a:t>
            </a:r>
            <a:r>
              <a:rPr lang="en-US" b="1" dirty="0">
                <a:latin typeface="Arial Black" pitchFamily="34" charset="0"/>
              </a:rPr>
              <a:t> 43፡63)፤ 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US" b="1" dirty="0" err="1">
                <a:solidFill>
                  <a:srgbClr val="00B050"/>
                </a:solidFill>
                <a:latin typeface="Arial Black" pitchFamily="34" charset="0"/>
              </a:rPr>
              <a:t>የእግዚአብሔር</a:t>
            </a: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Arial Black" pitchFamily="34" charset="0"/>
              </a:rPr>
              <a:t>ልጅ</a:t>
            </a: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itchFamily="34" charset="0"/>
              </a:rPr>
              <a:t>አይደለም</a:t>
            </a:r>
            <a:r>
              <a:rPr lang="en-US" b="1" dirty="0" smtClean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smtClean="0">
                <a:latin typeface="Arial Black" pitchFamily="34" charset="0"/>
              </a:rPr>
              <a:t>- </a:t>
            </a:r>
            <a:r>
              <a:rPr lang="en-US" b="1" dirty="0">
                <a:latin typeface="Arial Black" pitchFamily="34" charset="0"/>
              </a:rPr>
              <a:t>(</a:t>
            </a:r>
            <a:r>
              <a:rPr lang="en-US" b="1" dirty="0" err="1">
                <a:latin typeface="Arial Black" pitchFamily="34" charset="0"/>
              </a:rPr>
              <a:t>ሱራ</a:t>
            </a:r>
            <a:r>
              <a:rPr lang="en-US" b="1" dirty="0">
                <a:latin typeface="Arial Black" pitchFamily="34" charset="0"/>
              </a:rPr>
              <a:t> 112)፤ 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US" b="1" dirty="0" err="1">
                <a:solidFill>
                  <a:srgbClr val="00B050"/>
                </a:solidFill>
                <a:latin typeface="Arial Black" pitchFamily="34" charset="0"/>
              </a:rPr>
              <a:t>ሐጢአት</a:t>
            </a: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itchFamily="34" charset="0"/>
              </a:rPr>
              <a:t>አልሰራም</a:t>
            </a:r>
            <a:r>
              <a:rPr lang="en-US" b="1" dirty="0" smtClean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smtClean="0">
                <a:latin typeface="Arial Black" pitchFamily="34" charset="0"/>
              </a:rPr>
              <a:t>- </a:t>
            </a:r>
            <a:r>
              <a:rPr lang="en-US" b="1" dirty="0">
                <a:latin typeface="Arial Black" pitchFamily="34" charset="0"/>
              </a:rPr>
              <a:t>(</a:t>
            </a:r>
            <a:r>
              <a:rPr lang="en-US" b="1" dirty="0" err="1">
                <a:latin typeface="Arial Black" pitchFamily="34" charset="0"/>
              </a:rPr>
              <a:t>ሱራ</a:t>
            </a:r>
            <a:r>
              <a:rPr lang="en-US" b="1" dirty="0">
                <a:latin typeface="Arial Black" pitchFamily="34" charset="0"/>
              </a:rPr>
              <a:t> 19፡19)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Arial Black" pitchFamily="34" charset="0"/>
              </a:rPr>
              <a:t>ስለ</a:t>
            </a: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Arial Black" pitchFamily="34" charset="0"/>
              </a:rPr>
              <a:t>አገልግሎቱ</a:t>
            </a: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፡- </a:t>
            </a:r>
            <a:r>
              <a:rPr lang="en-US" b="1" dirty="0" err="1">
                <a:latin typeface="Arial Black" pitchFamily="34" charset="0"/>
              </a:rPr>
              <a:t>ነብይ</a:t>
            </a: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 err="1">
                <a:latin typeface="Arial Black" pitchFamily="34" charset="0"/>
              </a:rPr>
              <a:t>ስለሆነ</a:t>
            </a: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 err="1">
                <a:latin typeface="Arial Black" pitchFamily="34" charset="0"/>
              </a:rPr>
              <a:t>እስልምናን</a:t>
            </a: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 err="1">
                <a:latin typeface="Arial Black" pitchFamily="34" charset="0"/>
              </a:rPr>
              <a:t>ሰብኮአል</a:t>
            </a:r>
            <a:r>
              <a:rPr lang="en-US" b="1" dirty="0">
                <a:latin typeface="Arial Black" pitchFamily="34" charset="0"/>
              </a:rPr>
              <a:t> (</a:t>
            </a:r>
            <a:r>
              <a:rPr lang="en-US" b="1" dirty="0" err="1">
                <a:latin typeface="Arial Black" pitchFamily="34" charset="0"/>
              </a:rPr>
              <a:t>ሱራ</a:t>
            </a:r>
            <a:r>
              <a:rPr lang="en-US" b="1" dirty="0">
                <a:latin typeface="Arial Black" pitchFamily="34" charset="0"/>
              </a:rPr>
              <a:t> 3፡84፤ 19፡24-25)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Arial Black" pitchFamily="34" charset="0"/>
              </a:rPr>
              <a:t>ተአምራት</a:t>
            </a: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itchFamily="34" charset="0"/>
              </a:rPr>
              <a:t>አድርጎአል</a:t>
            </a:r>
            <a:r>
              <a:rPr lang="en-US" b="1" dirty="0" smtClean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smtClean="0">
                <a:latin typeface="Arial Black" pitchFamily="34" charset="0"/>
              </a:rPr>
              <a:t>- </a:t>
            </a:r>
            <a:r>
              <a:rPr lang="en-US" b="1" dirty="0">
                <a:latin typeface="Arial Black" pitchFamily="34" charset="0"/>
              </a:rPr>
              <a:t>(</a:t>
            </a:r>
            <a:r>
              <a:rPr lang="en-US" b="1" dirty="0" err="1">
                <a:latin typeface="Arial Black" pitchFamily="34" charset="0"/>
              </a:rPr>
              <a:t>ሱራ</a:t>
            </a:r>
            <a:r>
              <a:rPr lang="en-US" b="1" dirty="0">
                <a:latin typeface="Arial Black" pitchFamily="34" charset="0"/>
              </a:rPr>
              <a:t> 3፡49፤ 5፡110፤ 5፡112-115)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US" b="1" dirty="0" err="1">
                <a:solidFill>
                  <a:srgbClr val="00B050"/>
                </a:solidFill>
                <a:latin typeface="Arial Black" pitchFamily="34" charset="0"/>
              </a:rPr>
              <a:t>የአላህ</a:t>
            </a: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Arial Black" pitchFamily="34" charset="0"/>
              </a:rPr>
              <a:t>ባሪያ</a:t>
            </a: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Arial Black" pitchFamily="34" charset="0"/>
              </a:rPr>
              <a:t>ነው</a:t>
            </a:r>
            <a:r>
              <a:rPr lang="en-US" b="1" dirty="0">
                <a:solidFill>
                  <a:srgbClr val="00B050"/>
                </a:solidFill>
                <a:latin typeface="Arial Black" pitchFamily="34" charset="0"/>
              </a:rPr>
              <a:t> </a:t>
            </a:r>
            <a:r>
              <a:rPr lang="en-US" b="1" dirty="0" smtClean="0">
                <a:latin typeface="Arial Black" pitchFamily="34" charset="0"/>
              </a:rPr>
              <a:t>- (</a:t>
            </a:r>
            <a:r>
              <a:rPr lang="en-US" b="1" dirty="0" err="1">
                <a:latin typeface="Arial Black" pitchFamily="34" charset="0"/>
              </a:rPr>
              <a:t>ሱራ</a:t>
            </a:r>
            <a:r>
              <a:rPr lang="en-US" b="1" dirty="0">
                <a:latin typeface="Arial Black" pitchFamily="34" charset="0"/>
              </a:rPr>
              <a:t> </a:t>
            </a:r>
            <a:r>
              <a:rPr lang="en-AU" dirty="0">
                <a:latin typeface="Arial Black" panose="020B0A04020102020204" pitchFamily="34" charset="0"/>
              </a:rPr>
              <a:t>19:30; 43:59)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231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0"/>
            <a:ext cx="8229600" cy="2746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81000"/>
            <a:ext cx="8915400" cy="6400800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ነብይ</a:t>
            </a:r>
            <a:r>
              <a:rPr lang="en-AU" b="1" dirty="0">
                <a:latin typeface="Arial Black" panose="020B0A04020102020204" pitchFamily="34" charset="0"/>
              </a:rPr>
              <a:t> - </a:t>
            </a:r>
            <a:r>
              <a:rPr lang="en-AU" b="1" dirty="0" err="1">
                <a:latin typeface="Arial Black" panose="020B0A04020102020204" pitchFamily="34" charset="0"/>
              </a:rPr>
              <a:t>የነብያትን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ፈለግ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ተከትሎ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የመጣ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ነብይ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ነው</a:t>
            </a:r>
            <a:r>
              <a:rPr lang="en-AU" b="1" dirty="0">
                <a:latin typeface="Arial Black" panose="020B0A04020102020204" pitchFamily="34" charset="0"/>
              </a:rPr>
              <a:t> (</a:t>
            </a:r>
            <a:r>
              <a:rPr lang="en-AU" b="1" dirty="0" err="1">
                <a:latin typeface="Arial Black" panose="020B0A04020102020204" pitchFamily="34" charset="0"/>
              </a:rPr>
              <a:t>ሱራ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US" b="1" dirty="0">
                <a:latin typeface="Arial Black" panose="020B0A04020102020204" pitchFamily="34" charset="0"/>
              </a:rPr>
              <a:t>19:30፣ 2:136; 4:163; 5:48)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US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መልዕክተኛ</a:t>
            </a:r>
            <a:r>
              <a:rPr lang="en-US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ነው</a:t>
            </a:r>
            <a:r>
              <a:rPr lang="en-US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>
                <a:latin typeface="Arial Black" panose="020B0A04020102020204" pitchFamily="34" charset="0"/>
              </a:rPr>
              <a:t>- (</a:t>
            </a:r>
            <a:r>
              <a:rPr lang="en-US" b="1" dirty="0" err="1">
                <a:latin typeface="Arial Black" panose="020B0A04020102020204" pitchFamily="34" charset="0"/>
              </a:rPr>
              <a:t>ሱራ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AU" b="1" dirty="0">
                <a:latin typeface="Arial Black" panose="020B0A04020102020204" pitchFamily="34" charset="0"/>
              </a:rPr>
              <a:t>2:253-4; 3:49; 4:156-7)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የአላህ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ቃል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ነው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 smtClean="0">
                <a:latin typeface="Arial Black" panose="020B0A04020102020204" pitchFamily="34" charset="0"/>
              </a:rPr>
              <a:t>- </a:t>
            </a:r>
            <a:r>
              <a:rPr lang="en-AU" b="1" dirty="0" err="1" smtClean="0">
                <a:latin typeface="Arial Black" panose="020B0A04020102020204" pitchFamily="34" charset="0"/>
              </a:rPr>
              <a:t>ሱራ</a:t>
            </a:r>
            <a:r>
              <a:rPr lang="en-AU" b="1" dirty="0" smtClean="0">
                <a:latin typeface="Arial Black" panose="020B0A04020102020204" pitchFamily="34" charset="0"/>
              </a:rPr>
              <a:t> 3፡45 (</a:t>
            </a:r>
            <a:r>
              <a:rPr lang="en-AU" b="1" dirty="0" err="1" smtClean="0">
                <a:latin typeface="Arial Black" panose="020B0A04020102020204" pitchFamily="34" charset="0"/>
              </a:rPr>
              <a:t>ከአላህ</a:t>
            </a:r>
            <a:r>
              <a:rPr lang="en-AU" b="1" dirty="0" smtClean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የሆነ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 smtClean="0">
                <a:latin typeface="Arial Black" panose="020B0A04020102020204" pitchFamily="34" charset="0"/>
              </a:rPr>
              <a:t>ቃል</a:t>
            </a:r>
            <a:r>
              <a:rPr lang="en-AU" b="1" dirty="0" smtClean="0">
                <a:latin typeface="Arial Black" panose="020B0A04020102020204" pitchFamily="34" charset="0"/>
              </a:rPr>
              <a:t>)፣ 4፡171 (</a:t>
            </a:r>
            <a:r>
              <a:rPr lang="en-AU" b="1" dirty="0" err="1" smtClean="0">
                <a:latin typeface="Arial Black" panose="020B0A04020102020204" pitchFamily="34" charset="0"/>
              </a:rPr>
              <a:t>የአላለህ</a:t>
            </a:r>
            <a:r>
              <a:rPr lang="en-AU" b="1" dirty="0" smtClean="0">
                <a:latin typeface="Arial Black" panose="020B0A04020102020204" pitchFamily="34" charset="0"/>
              </a:rPr>
              <a:t> </a:t>
            </a:r>
            <a:r>
              <a:rPr lang="en-AU" b="1" dirty="0" err="1" smtClean="0">
                <a:latin typeface="Arial Black" panose="020B0A04020102020204" pitchFamily="34" charset="0"/>
              </a:rPr>
              <a:t>ቃል</a:t>
            </a:r>
            <a:r>
              <a:rPr lang="en-AU" b="1" dirty="0" smtClean="0">
                <a:latin typeface="Arial Black" panose="020B0A04020102020204" pitchFamily="34" charset="0"/>
              </a:rPr>
              <a:t>) </a:t>
            </a:r>
            <a:r>
              <a:rPr lang="en-AU" b="1" dirty="0" err="1" smtClean="0">
                <a:latin typeface="Arial Black" panose="020B0A04020102020204" pitchFamily="34" charset="0"/>
              </a:rPr>
              <a:t>ይላል</a:t>
            </a:r>
            <a:r>
              <a:rPr lang="en-AU" b="1" dirty="0" smtClean="0">
                <a:latin typeface="Arial Black" panose="020B0A04020102020204" pitchFamily="34" charset="0"/>
              </a:rPr>
              <a:t>፡፡ </a:t>
            </a:r>
            <a:r>
              <a:rPr lang="en-AU" b="1" dirty="0" err="1">
                <a:latin typeface="Arial Black" panose="020B0A04020102020204" pitchFamily="34" charset="0"/>
              </a:rPr>
              <a:t>የአላህ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ቃል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የሚለው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ሐረግ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ሙስሊሞች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በተለያየ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 smtClean="0">
                <a:latin typeface="Arial Black" panose="020B0A04020102020204" pitchFamily="34" charset="0"/>
              </a:rPr>
              <a:t>መንገድ</a:t>
            </a:r>
            <a:r>
              <a:rPr lang="en-AU" b="1" dirty="0" smtClean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ይተረጉሙታል</a:t>
            </a:r>
            <a:r>
              <a:rPr lang="en-AU" b="1" dirty="0">
                <a:latin typeface="Arial Black" panose="020B0A04020102020204" pitchFamily="34" charset="0"/>
              </a:rPr>
              <a:t> - </a:t>
            </a:r>
            <a:r>
              <a:rPr lang="en-AU" b="1" dirty="0" err="1">
                <a:latin typeface="Arial Black" panose="020B0A04020102020204" pitchFamily="34" charset="0"/>
              </a:rPr>
              <a:t>ለምሳሌ</a:t>
            </a:r>
            <a:r>
              <a:rPr lang="en-AU" b="1" dirty="0">
                <a:latin typeface="Arial Black" panose="020B0A04020102020204" pitchFamily="34" charset="0"/>
              </a:rPr>
              <a:t>፡- </a:t>
            </a:r>
            <a:r>
              <a:rPr lang="en-AU" b="1" dirty="0" err="1">
                <a:latin typeface="Arial Black" panose="020B0A04020102020204" pitchFamily="34" charset="0"/>
              </a:rPr>
              <a:t>ኢየሱስ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የአላህ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ቃል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የተባለው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የነብያት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ተትንቢት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ፍጻሜ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ስለሆነ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ነው</a:t>
            </a:r>
            <a:r>
              <a:rPr lang="en-AU" b="1" dirty="0">
                <a:latin typeface="Arial Black" panose="020B0A04020102020204" pitchFamily="34" charset="0"/>
              </a:rPr>
              <a:t>፣ </a:t>
            </a:r>
            <a:r>
              <a:rPr lang="en-AU" b="1" dirty="0" err="1">
                <a:latin typeface="Arial Black" panose="020B0A04020102020204" pitchFamily="34" charset="0"/>
              </a:rPr>
              <a:t>ሁን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በሚለው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የአላህ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ቃል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ስለተፈጠረ</a:t>
            </a:r>
            <a:r>
              <a:rPr lang="en-AU" b="1" dirty="0">
                <a:latin typeface="Arial Black" panose="020B0A04020102020204" pitchFamily="34" charset="0"/>
              </a:rPr>
              <a:t>፣ </a:t>
            </a:r>
            <a:r>
              <a:rPr lang="en-AU" b="1" dirty="0" err="1">
                <a:latin typeface="Arial Black" panose="020B0A04020102020204" pitchFamily="34" charset="0"/>
              </a:rPr>
              <a:t>ዒየሱስ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ትንቢት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ይዞ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ስለመጣ</a:t>
            </a:r>
            <a:r>
              <a:rPr lang="en-AU" b="1" dirty="0">
                <a:latin typeface="Arial Black" panose="020B0A04020102020204" pitchFamily="34" charset="0"/>
              </a:rPr>
              <a:t>፣ </a:t>
            </a:r>
            <a:r>
              <a:rPr lang="en-AU" b="1" dirty="0" err="1">
                <a:latin typeface="Arial Black" panose="020B0A04020102020204" pitchFamily="34" charset="0"/>
              </a:rPr>
              <a:t>አላህ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አለምን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የፈጠረበት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ቃል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ነው</a:t>
            </a:r>
            <a:r>
              <a:rPr lang="en-AU" b="1" dirty="0">
                <a:latin typeface="Arial Black" panose="020B0A04020102020204" pitchFamily="34" charset="0"/>
              </a:rPr>
              <a:t>፣ </a:t>
            </a:r>
            <a:r>
              <a:rPr lang="en-AU" b="1" dirty="0" err="1">
                <a:latin typeface="Arial Black" panose="020B0A04020102020204" pitchFamily="34" charset="0"/>
              </a:rPr>
              <a:t>በአላህ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ቃል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ስለተፈጠረ</a:t>
            </a:r>
            <a:r>
              <a:rPr lang="en-AU" b="1" dirty="0">
                <a:latin typeface="Arial Black" panose="020B0A04020102020204" pitchFamily="34" charset="0"/>
              </a:rPr>
              <a:t>፣  </a:t>
            </a:r>
            <a:r>
              <a:rPr lang="en-AU" b="1" dirty="0" err="1">
                <a:latin typeface="Arial Black" panose="020B0A04020102020204" pitchFamily="34" charset="0"/>
              </a:rPr>
              <a:t>የጻድቅ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አምልክ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የምድር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ላይ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ነጸብራቅ</a:t>
            </a:r>
            <a:r>
              <a:rPr lang="en-AU" b="1" dirty="0">
                <a:latin typeface="Arial Black" panose="020B0A04020102020204" pitchFamily="34" charset="0"/>
              </a:rPr>
              <a:t>፣ </a:t>
            </a:r>
            <a:r>
              <a:rPr lang="en-AU" b="1" dirty="0" err="1">
                <a:latin typeface="Arial Black" panose="020B0A04020102020204" pitchFamily="34" charset="0"/>
              </a:rPr>
              <a:t>ወዘተ</a:t>
            </a:r>
            <a:r>
              <a:rPr lang="en-AU" b="1" dirty="0" smtClean="0">
                <a:latin typeface="Arial Black" panose="020B0A04020102020204" pitchFamily="34" charset="0"/>
              </a:rPr>
              <a:t>…፡፡ </a:t>
            </a:r>
            <a:r>
              <a:rPr lang="en-AU" b="1" dirty="0" err="1" smtClean="0">
                <a:latin typeface="Arial Black" panose="020B0A04020102020204" pitchFamily="34" charset="0"/>
              </a:rPr>
              <a:t>ከራዕ</a:t>
            </a:r>
            <a:r>
              <a:rPr lang="en-AU" b="1" dirty="0" smtClean="0">
                <a:latin typeface="Arial Black" panose="020B0A04020102020204" pitchFamily="34" charset="0"/>
              </a:rPr>
              <a:t> 19፡13 </a:t>
            </a:r>
            <a:r>
              <a:rPr lang="en-AU" b="1" dirty="0" err="1" smtClean="0">
                <a:latin typeface="Arial Black" panose="020B0A04020102020204" pitchFamily="34" charset="0"/>
              </a:rPr>
              <a:t>እና</a:t>
            </a:r>
            <a:r>
              <a:rPr lang="en-AU" b="1" dirty="0" smtClean="0">
                <a:latin typeface="Arial Black" panose="020B0A04020102020204" pitchFamily="34" charset="0"/>
              </a:rPr>
              <a:t> </a:t>
            </a:r>
            <a:r>
              <a:rPr lang="en-AU" b="1" dirty="0" err="1" smtClean="0">
                <a:latin typeface="Arial Black" panose="020B0A04020102020204" pitchFamily="34" charset="0"/>
              </a:rPr>
              <a:t>ዮሐ</a:t>
            </a:r>
            <a:r>
              <a:rPr lang="en-AU" b="1" dirty="0" smtClean="0">
                <a:latin typeface="Arial Black" panose="020B0A04020102020204" pitchFamily="34" charset="0"/>
              </a:rPr>
              <a:t> 1፡1-3፣ 14 </a:t>
            </a:r>
            <a:r>
              <a:rPr lang="en-AU" b="1" dirty="0" err="1" smtClean="0">
                <a:latin typeface="Arial Black" panose="020B0A04020102020204" pitchFamily="34" charset="0"/>
              </a:rPr>
              <a:t>ጋር</a:t>
            </a:r>
            <a:r>
              <a:rPr lang="en-AU" b="1" dirty="0" smtClean="0">
                <a:latin typeface="Arial Black" panose="020B0A04020102020204" pitchFamily="34" charset="0"/>
              </a:rPr>
              <a:t> </a:t>
            </a:r>
            <a:r>
              <a:rPr lang="en-AU" b="1" dirty="0" err="1" smtClean="0">
                <a:latin typeface="Arial Black" panose="020B0A04020102020204" pitchFamily="34" charset="0"/>
              </a:rPr>
              <a:t>አነጻጽሩ</a:t>
            </a:r>
            <a:r>
              <a:rPr lang="en-AU" b="1" smtClean="0">
                <a:latin typeface="Arial Black" panose="020B0A04020102020204" pitchFamily="34" charset="0"/>
              </a:rPr>
              <a:t>፡፡</a:t>
            </a:r>
            <a:endParaRPr lang="en-AU" b="1" dirty="0">
              <a:latin typeface="Arial Black" panose="020B0A04020102020204" pitchFamily="34" charset="0"/>
            </a:endParaRPr>
          </a:p>
          <a:p>
            <a:pPr algn="just">
              <a:lnSpc>
                <a:spcPct val="170000"/>
              </a:lnSpc>
              <a:buFont typeface="Wingdings" pitchFamily="2" charset="2"/>
              <a:buChar char="v"/>
            </a:pP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የአላህ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መንፈስ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>
                <a:latin typeface="Arial Black" panose="020B0A04020102020204" pitchFamily="34" charset="0"/>
              </a:rPr>
              <a:t>- </a:t>
            </a:r>
            <a:r>
              <a:rPr lang="en-AU" b="1" dirty="0" err="1">
                <a:latin typeface="Arial Black" panose="020B0A04020102020204" pitchFamily="34" charset="0"/>
              </a:rPr>
              <a:t>ይህ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ቃል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በቁርአን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ግልጽ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ትርጉም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የለውም</a:t>
            </a:r>
            <a:r>
              <a:rPr lang="en-AU" b="1" dirty="0">
                <a:latin typeface="Arial Black" panose="020B0A04020102020204" pitchFamily="34" charset="0"/>
              </a:rPr>
              <a:t>፡፡ </a:t>
            </a:r>
            <a:r>
              <a:rPr lang="en-AU" b="1" dirty="0" err="1">
                <a:latin typeface="Arial Black" panose="020B0A04020102020204" pitchFamily="34" charset="0"/>
              </a:rPr>
              <a:t>መንፈስ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ቅዱስ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መልአኩ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ገብርኤል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እንደሆነ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ተጠቅሶአል</a:t>
            </a:r>
            <a:r>
              <a:rPr lang="en-AU" b="1" dirty="0">
                <a:latin typeface="Arial Black" panose="020B0A04020102020204" pitchFamily="34" charset="0"/>
              </a:rPr>
              <a:t>፡፡ </a:t>
            </a:r>
            <a:r>
              <a:rPr lang="en-AU" b="1" dirty="0" err="1">
                <a:latin typeface="Arial Black" panose="020B0A04020102020204" pitchFamily="34" charset="0"/>
              </a:rPr>
              <a:t>አንዳነዶች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የአላህ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ምህረት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ነው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ሲሉ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ሌሎች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የዘመናችምመ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ሙስሊም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ጸሐፊያን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ከአላህ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የሚወጣ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መንፈስ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ማለት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ነው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ይላሉ</a:t>
            </a:r>
            <a:r>
              <a:rPr lang="en-AU" b="1" dirty="0">
                <a:latin typeface="Arial Black" panose="020B0A04020102020204" pitchFamily="34" charset="0"/>
              </a:rPr>
              <a:t>፡፡ </a:t>
            </a:r>
            <a:r>
              <a:rPr lang="en-AU" b="1" dirty="0" err="1">
                <a:latin typeface="Arial Black" panose="020B0A04020102020204" pitchFamily="34" charset="0"/>
              </a:rPr>
              <a:t>መንፈስ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ወይም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የአላህ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መንፈስ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ተብሎ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ተጠርቶአልለ</a:t>
            </a:r>
            <a:r>
              <a:rPr lang="en-AU" b="1" dirty="0">
                <a:latin typeface="Arial Black" panose="020B0A04020102020204" pitchFamily="34" charset="0"/>
              </a:rPr>
              <a:t>፡፡ </a:t>
            </a:r>
            <a:r>
              <a:rPr lang="en-AU" b="1" dirty="0" err="1">
                <a:latin typeface="Arial Black" panose="020B0A04020102020204" pitchFamily="34" charset="0"/>
              </a:rPr>
              <a:t>አላህ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ለኢየሱስ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ህይወት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ሰጪ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መንፈስ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ሰጥቶታል</a:t>
            </a:r>
            <a:r>
              <a:rPr lang="en-AU" b="1" dirty="0">
                <a:latin typeface="Arial Black" panose="020B0A04020102020204" pitchFamily="34" charset="0"/>
              </a:rPr>
              <a:t> (</a:t>
            </a:r>
            <a:r>
              <a:rPr lang="en-AU" b="1" dirty="0" err="1">
                <a:latin typeface="Arial Black" panose="020B0A04020102020204" pitchFamily="34" charset="0"/>
              </a:rPr>
              <a:t>ሱራ</a:t>
            </a:r>
            <a:r>
              <a:rPr lang="en-AU" b="1" dirty="0">
                <a:latin typeface="Arial Black" panose="020B0A04020102020204" pitchFamily="34" charset="0"/>
              </a:rPr>
              <a:t> 5፡110)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756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0"/>
            <a:ext cx="8229600" cy="2746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915400" cy="6400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የሰው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ዘር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ምመልክት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- </a:t>
            </a:r>
            <a:r>
              <a:rPr lang="en-AU" b="1" dirty="0" err="1">
                <a:latin typeface="Arial Black" panose="020B0A04020102020204" pitchFamily="34" charset="0"/>
              </a:rPr>
              <a:t>ሱራ</a:t>
            </a:r>
            <a:r>
              <a:rPr lang="en-AU" b="1" dirty="0">
                <a:latin typeface="Arial Black" panose="020B0A04020102020204" pitchFamily="34" charset="0"/>
              </a:rPr>
              <a:t> 19:21; 21:91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የአላህ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ምህረት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- </a:t>
            </a:r>
            <a:r>
              <a:rPr lang="en-AU" b="1" dirty="0" err="1">
                <a:latin typeface="Arial Black" panose="020B0A04020102020204" pitchFamily="34" charset="0"/>
              </a:rPr>
              <a:t>ሱራ</a:t>
            </a:r>
            <a:r>
              <a:rPr lang="en-AU" b="1" dirty="0">
                <a:latin typeface="Arial Black" panose="020B0A04020102020204" pitchFamily="34" charset="0"/>
              </a:rPr>
              <a:t> </a:t>
            </a:r>
            <a:r>
              <a:rPr lang="en-AU" b="1" dirty="0" smtClean="0">
                <a:latin typeface="Arial Black" panose="020B0A04020102020204" pitchFamily="34" charset="0"/>
              </a:rPr>
              <a:t>19:21 </a:t>
            </a:r>
            <a:endParaRPr lang="en-AU" b="1" dirty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በዚህ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አለምና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በሚመጣው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አለም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የተከበረ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>
                <a:latin typeface="Arial Black" panose="020B0A04020102020204" pitchFamily="34" charset="0"/>
              </a:rPr>
              <a:t>- </a:t>
            </a:r>
            <a:r>
              <a:rPr lang="en-AU" b="1" dirty="0" err="1">
                <a:latin typeface="Arial Black" panose="020B0A04020102020204" pitchFamily="34" charset="0"/>
              </a:rPr>
              <a:t>ሱራ</a:t>
            </a:r>
            <a:r>
              <a:rPr lang="en-AU" b="1" dirty="0">
                <a:latin typeface="Arial Black" panose="020B0A04020102020204" pitchFamily="34" charset="0"/>
              </a:rPr>
              <a:t> 3:45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ለአላህ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የቀረበ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>
                <a:solidFill>
                  <a:srgbClr val="7030A0"/>
                </a:solidFill>
                <a:latin typeface="Arial Black" panose="020B0A04020102020204" pitchFamily="34" charset="0"/>
              </a:rPr>
              <a:t>- </a:t>
            </a:r>
            <a:r>
              <a:rPr lang="en-AU" b="1" dirty="0" err="1">
                <a:latin typeface="Arial Black" panose="020B0A04020102020204" pitchFamily="34" charset="0"/>
              </a:rPr>
              <a:t>ሱራ</a:t>
            </a:r>
            <a:r>
              <a:rPr lang="en-AU" b="1" dirty="0">
                <a:latin typeface="Arial Black" panose="020B0A04020102020204" pitchFamily="34" charset="0"/>
              </a:rPr>
              <a:t> 3:40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ጻድቅ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/</a:t>
            </a: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እንነከን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የሌለው</a:t>
            </a:r>
            <a:r>
              <a:rPr lang="en-AU" b="1" dirty="0">
                <a:solidFill>
                  <a:srgbClr val="00B050"/>
                </a:solidFill>
                <a:latin typeface="Arial Black" panose="020B0A04020102020204" pitchFamily="34" charset="0"/>
              </a:rPr>
              <a:t> - </a:t>
            </a:r>
            <a:r>
              <a:rPr lang="en-AU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AU" b="1" dirty="0" err="1">
                <a:latin typeface="Arial Black" panose="020B0A04020102020204" pitchFamily="34" charset="0"/>
              </a:rPr>
              <a:t>ሱራ</a:t>
            </a:r>
            <a:r>
              <a:rPr lang="en-AU" b="1" dirty="0">
                <a:latin typeface="Arial Black" panose="020B0A04020102020204" pitchFamily="34" charset="0"/>
              </a:rPr>
              <a:t> 3:40,46 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AU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የተባረከ</a:t>
            </a:r>
            <a:r>
              <a:rPr lang="en-AU" b="1" dirty="0">
                <a:latin typeface="Arial Black" panose="020B0A04020102020204" pitchFamily="34" charset="0"/>
              </a:rPr>
              <a:t> - </a:t>
            </a:r>
            <a:r>
              <a:rPr lang="en-AU" b="1" dirty="0" err="1">
                <a:latin typeface="Arial Black" panose="020B0A04020102020204" pitchFamily="34" charset="0"/>
              </a:rPr>
              <a:t>ሱራ</a:t>
            </a:r>
            <a:r>
              <a:rPr lang="en-AU" b="1" dirty="0">
                <a:latin typeface="Arial Black" panose="020B0A04020102020204" pitchFamily="34" charset="0"/>
              </a:rPr>
              <a:t> 19: 31-32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182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228600"/>
            <a:ext cx="8229600" cy="460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915400" cy="6400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2.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በመጽሐፍ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ቅዱስ</a:t>
            </a:r>
            <a:endParaRPr lang="en-US" b="1" dirty="0" smtClean="0">
              <a:solidFill>
                <a:srgbClr val="FF0000"/>
              </a:solidFill>
              <a:latin typeface="Power Geez Unicode1" panose="00000400000000000000" pitchFamily="2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ሀ)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ዮሐ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1፡1-3፣ 14 - </a:t>
            </a:r>
            <a:r>
              <a:rPr lang="en-US" b="1" dirty="0" err="1" smtClean="0">
                <a:latin typeface="Arial Black" panose="020B0A04020102020204" pitchFamily="34" charset="0"/>
              </a:rPr>
              <a:t>ኢየሱስ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መለኮት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ፈጣሪ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ዘላለማዊ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ነው</a:t>
            </a:r>
            <a:endParaRPr lang="en-US" b="1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endParaRPr lang="en-US" b="1" dirty="0">
              <a:solidFill>
                <a:srgbClr val="FF0000"/>
              </a:solidFill>
              <a:latin typeface="Power Geez Unicode1" panose="00000400000000000000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43" y="3501339"/>
            <a:ext cx="8229600" cy="151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7768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839200" cy="6324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ለ) </a:t>
            </a:r>
            <a:r>
              <a:rPr lang="en-US" b="1" dirty="0" err="1" smtClean="0">
                <a:solidFill>
                  <a:srgbClr val="00B050"/>
                </a:solidFill>
              </a:rPr>
              <a:t>የክርስቶስ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መለኮታዊ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ማንነት</a:t>
            </a:r>
            <a:r>
              <a:rPr lang="en-US" b="1" dirty="0" smtClean="0">
                <a:solidFill>
                  <a:srgbClr val="00B050"/>
                </a:solidFill>
              </a:rPr>
              <a:t>፣ </a:t>
            </a:r>
            <a:r>
              <a:rPr lang="en-US" b="1" dirty="0" err="1" smtClean="0">
                <a:solidFill>
                  <a:srgbClr val="00B050"/>
                </a:solidFill>
              </a:rPr>
              <a:t>ባህሪያትና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ስራዎች</a:t>
            </a:r>
            <a:endParaRPr lang="en-US" b="1" dirty="0" smtClean="0">
              <a:solidFill>
                <a:srgbClr val="00B050"/>
              </a:solidFill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b="1" dirty="0" err="1" smtClean="0">
                <a:solidFill>
                  <a:srgbClr val="7030A0"/>
                </a:solidFill>
              </a:rPr>
              <a:t>ዘላለማዊነት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/>
              <a:t>- </a:t>
            </a:r>
            <a:r>
              <a:rPr lang="en-US" b="1" dirty="0" err="1" smtClean="0"/>
              <a:t>ዮሐ</a:t>
            </a:r>
            <a:r>
              <a:rPr lang="en-US" b="1" dirty="0" smtClean="0"/>
              <a:t> 8፡58፣ </a:t>
            </a:r>
            <a:r>
              <a:rPr lang="en-US" b="1" dirty="0" err="1" smtClean="0"/>
              <a:t>ራዕ</a:t>
            </a:r>
            <a:r>
              <a:rPr lang="en-US" b="1" dirty="0" smtClean="0"/>
              <a:t> 1፡8፣ 1፡18፣ 22፡13 </a:t>
            </a:r>
            <a:r>
              <a:rPr lang="en-US" b="1" dirty="0" err="1" smtClean="0"/>
              <a:t>ይህ</a:t>
            </a:r>
            <a:r>
              <a:rPr lang="en-US" b="1" dirty="0" smtClean="0"/>
              <a:t> </a:t>
            </a:r>
            <a:r>
              <a:rPr lang="en-US" b="1" dirty="0" err="1" smtClean="0"/>
              <a:t>በኢሳ</a:t>
            </a:r>
            <a:r>
              <a:rPr lang="en-US" b="1" dirty="0" smtClean="0"/>
              <a:t> 44፡6-7 </a:t>
            </a:r>
            <a:r>
              <a:rPr lang="en-US" b="1" dirty="0" err="1" smtClean="0"/>
              <a:t>ስለእግዚአብሄር</a:t>
            </a:r>
            <a:r>
              <a:rPr lang="en-US" b="1" dirty="0" smtClean="0"/>
              <a:t> </a:t>
            </a:r>
            <a:r>
              <a:rPr lang="en-US" b="1" dirty="0" err="1" smtClean="0"/>
              <a:t>ከተነገረው</a:t>
            </a:r>
            <a:r>
              <a:rPr lang="en-US" b="1" dirty="0" smtClean="0"/>
              <a:t> </a:t>
            </a:r>
            <a:r>
              <a:rPr lang="en-US" b="1" dirty="0" err="1" smtClean="0"/>
              <a:t>ዘላለማዊነት</a:t>
            </a:r>
            <a:r>
              <a:rPr lang="en-US" b="1" dirty="0" smtClean="0"/>
              <a:t> </a:t>
            </a:r>
            <a:r>
              <a:rPr lang="en-US" b="1" dirty="0" err="1" smtClean="0"/>
              <a:t>ባህርይ</a:t>
            </a:r>
            <a:r>
              <a:rPr lang="en-US" b="1" dirty="0" smtClean="0"/>
              <a:t> </a:t>
            </a:r>
            <a:r>
              <a:rPr lang="en-US" b="1" dirty="0" err="1" smtClean="0"/>
              <a:t>ጋር</a:t>
            </a:r>
            <a:r>
              <a:rPr lang="en-US" b="1" dirty="0" smtClean="0"/>
              <a:t> </a:t>
            </a:r>
            <a:r>
              <a:rPr lang="en-US" b="1" dirty="0" err="1" smtClean="0"/>
              <a:t>ተመሳሳይ</a:t>
            </a:r>
            <a:r>
              <a:rPr lang="en-US" b="1" dirty="0" smtClean="0"/>
              <a:t> </a:t>
            </a:r>
            <a:r>
              <a:rPr lang="en-US" b="1" dirty="0" err="1" smtClean="0"/>
              <a:t>ነው</a:t>
            </a:r>
            <a:r>
              <a:rPr lang="en-US" b="1" dirty="0" smtClean="0"/>
              <a:t>፡፡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b="1" dirty="0" err="1" smtClean="0">
                <a:solidFill>
                  <a:srgbClr val="7030A0"/>
                </a:solidFill>
              </a:rPr>
              <a:t>ፈጣሪነት</a:t>
            </a:r>
            <a:r>
              <a:rPr lang="en-US" b="1" dirty="0" smtClean="0"/>
              <a:t> - </a:t>
            </a:r>
            <a:r>
              <a:rPr lang="en-US" b="1" dirty="0" err="1" smtClean="0"/>
              <a:t>ዮሐ</a:t>
            </a:r>
            <a:r>
              <a:rPr lang="en-US" b="1" dirty="0" smtClean="0"/>
              <a:t> 1፡3፣ </a:t>
            </a:r>
            <a:r>
              <a:rPr lang="en-US" b="1" dirty="0" err="1" smtClean="0"/>
              <a:t>ቆላ</a:t>
            </a:r>
            <a:r>
              <a:rPr lang="en-US" b="1" dirty="0" smtClean="0"/>
              <a:t> 1፡15-18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ሐጢያትን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ያስተሰርያል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/>
              <a:t>- </a:t>
            </a:r>
            <a:r>
              <a:rPr lang="en-US" b="1" dirty="0" err="1" smtClean="0"/>
              <a:t>ማር</a:t>
            </a:r>
            <a:r>
              <a:rPr lang="en-US" b="1" dirty="0" smtClean="0"/>
              <a:t> 2፡5-6፣ </a:t>
            </a:r>
            <a:r>
              <a:rPr lang="en-US" b="1" dirty="0" err="1" smtClean="0"/>
              <a:t>ሉቃ</a:t>
            </a:r>
            <a:r>
              <a:rPr lang="en-US" b="1" dirty="0" smtClean="0"/>
              <a:t> 24፡45-48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ፈራጅ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ነው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/>
              <a:t>- ዮሐ5፡22-23፣ </a:t>
            </a:r>
            <a:r>
              <a:rPr lang="en-US" b="1" dirty="0" err="1" smtClean="0"/>
              <a:t>ማቴ</a:t>
            </a:r>
            <a:r>
              <a:rPr lang="en-US" b="1" dirty="0" smtClean="0"/>
              <a:t> 25፡31-46፣ 2ቆሮ 5፡10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</a:rPr>
              <a:t>5. </a:t>
            </a:r>
            <a:r>
              <a:rPr lang="en-US" b="1" dirty="0" err="1" smtClean="0">
                <a:solidFill>
                  <a:srgbClr val="7030A0"/>
                </a:solidFill>
              </a:rPr>
              <a:t>አምልኮና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ስግደት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ተቀብሎአል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/>
              <a:t>- </a:t>
            </a:r>
            <a:r>
              <a:rPr lang="en-US" b="1" dirty="0" err="1" smtClean="0"/>
              <a:t>ዕብ</a:t>
            </a:r>
            <a:r>
              <a:rPr lang="en-US" b="1" dirty="0" smtClean="0"/>
              <a:t> 1፡6፣ </a:t>
            </a:r>
            <a:r>
              <a:rPr lang="en-US" b="1" dirty="0" err="1" smtClean="0"/>
              <a:t>ማቴ</a:t>
            </a:r>
            <a:r>
              <a:rPr lang="en-US" b="1" dirty="0" smtClean="0"/>
              <a:t> 15፡25፣ </a:t>
            </a:r>
            <a:r>
              <a:rPr lang="en-US" b="1" dirty="0" err="1" smtClean="0"/>
              <a:t>ዮሐ</a:t>
            </a:r>
            <a:r>
              <a:rPr lang="en-US" b="1" dirty="0" smtClean="0"/>
              <a:t> 9፡37፣ </a:t>
            </a:r>
            <a:r>
              <a:rPr lang="en-US" b="1" dirty="0" err="1" smtClean="0"/>
              <a:t>ሉቃ</a:t>
            </a:r>
            <a:r>
              <a:rPr lang="en-US" b="1" dirty="0" smtClean="0"/>
              <a:t> 17፡15-19፣ </a:t>
            </a:r>
            <a:r>
              <a:rPr lang="en-US" b="1" dirty="0" err="1" smtClean="0"/>
              <a:t>ማቴ</a:t>
            </a:r>
            <a:r>
              <a:rPr lang="en-US" b="1" dirty="0" smtClean="0"/>
              <a:t> 21፡15-16)፡፡ </a:t>
            </a:r>
            <a:r>
              <a:rPr lang="en-US" b="1" dirty="0" err="1" smtClean="0"/>
              <a:t>እግዚአብሄር</a:t>
            </a:r>
            <a:r>
              <a:rPr lang="en-US" b="1" dirty="0" smtClean="0"/>
              <a:t> </a:t>
            </a:r>
            <a:r>
              <a:rPr lang="en-US" b="1" dirty="0" err="1" smtClean="0"/>
              <a:t>በመጽሐፍ</a:t>
            </a:r>
            <a:r>
              <a:rPr lang="en-US" b="1" dirty="0" smtClean="0"/>
              <a:t> </a:t>
            </a:r>
            <a:r>
              <a:rPr lang="en-US" b="1" dirty="0" err="1" smtClean="0"/>
              <a:t>ቅዱስ</a:t>
            </a:r>
            <a:r>
              <a:rPr lang="en-US" b="1" dirty="0" smtClean="0"/>
              <a:t> </a:t>
            </a:r>
            <a:r>
              <a:rPr lang="en-US" b="1" dirty="0" err="1" smtClean="0"/>
              <a:t>ክብሩ</a:t>
            </a:r>
            <a:r>
              <a:rPr lang="en-US" b="1" dirty="0" smtClean="0"/>
              <a:t> </a:t>
            </a:r>
            <a:r>
              <a:rPr lang="en-US" b="1" dirty="0" err="1" smtClean="0"/>
              <a:t>ለማንም</a:t>
            </a:r>
            <a:r>
              <a:rPr lang="en-US" b="1" dirty="0" smtClean="0"/>
              <a:t> </a:t>
            </a:r>
            <a:r>
              <a:rPr lang="en-US" b="1" dirty="0" err="1" smtClean="0"/>
              <a:t>እንደማይሰጥ</a:t>
            </a:r>
            <a:r>
              <a:rPr lang="en-US" b="1" dirty="0" smtClean="0"/>
              <a:t> </a:t>
            </a:r>
            <a:r>
              <a:rPr lang="en-US" b="1" dirty="0" err="1" smtClean="0"/>
              <a:t>ዘዳ</a:t>
            </a:r>
            <a:r>
              <a:rPr lang="en-US" b="1" dirty="0" smtClean="0"/>
              <a:t> 5፡6-10 </a:t>
            </a:r>
            <a:r>
              <a:rPr lang="en-US" b="1" dirty="0" err="1" smtClean="0"/>
              <a:t>እና</a:t>
            </a:r>
            <a:r>
              <a:rPr lang="en-US" b="1" dirty="0" smtClean="0"/>
              <a:t> </a:t>
            </a:r>
            <a:r>
              <a:rPr lang="en-US" b="1" dirty="0" err="1" smtClean="0"/>
              <a:t>ኢሳ</a:t>
            </a:r>
            <a:r>
              <a:rPr lang="en-US" b="1" dirty="0" smtClean="0"/>
              <a:t> 42፡8 </a:t>
            </a:r>
            <a:r>
              <a:rPr lang="en-US" b="1" dirty="0" err="1" smtClean="0"/>
              <a:t>ይናገራል</a:t>
            </a:r>
            <a:r>
              <a:rPr lang="en-US" b="1" dirty="0" smtClean="0"/>
              <a:t>፡፡ </a:t>
            </a:r>
            <a:r>
              <a:rPr lang="en-US" b="1" dirty="0" err="1" smtClean="0"/>
              <a:t>ስለዚህ</a:t>
            </a:r>
            <a:r>
              <a:rPr lang="en-US" b="1" dirty="0" smtClean="0"/>
              <a:t> </a:t>
            </a:r>
            <a:r>
              <a:rPr lang="en-US" b="1" dirty="0" err="1" smtClean="0"/>
              <a:t>ለአምላክ</a:t>
            </a:r>
            <a:r>
              <a:rPr lang="en-US" b="1" dirty="0" smtClean="0"/>
              <a:t> </a:t>
            </a:r>
            <a:r>
              <a:rPr lang="en-US" b="1" dirty="0" err="1" smtClean="0"/>
              <a:t>ብቻ</a:t>
            </a:r>
            <a:r>
              <a:rPr lang="en-US" b="1" dirty="0"/>
              <a:t> </a:t>
            </a:r>
            <a:r>
              <a:rPr lang="en-US" b="1" dirty="0" err="1" smtClean="0"/>
              <a:t>የሚገባውን</a:t>
            </a:r>
            <a:r>
              <a:rPr lang="en-US" b="1" dirty="0" smtClean="0"/>
              <a:t> </a:t>
            </a:r>
            <a:r>
              <a:rPr lang="en-US" b="1" dirty="0" err="1" smtClean="0"/>
              <a:t>ክብር</a:t>
            </a:r>
            <a:r>
              <a:rPr lang="en-US" b="1" dirty="0" smtClean="0"/>
              <a:t> </a:t>
            </a:r>
            <a:r>
              <a:rPr lang="en-US" b="1" dirty="0" err="1" smtClean="0"/>
              <a:t>በመውሰድ</a:t>
            </a:r>
            <a:r>
              <a:rPr lang="en-US" b="1" dirty="0" smtClean="0"/>
              <a:t> </a:t>
            </a:r>
            <a:r>
              <a:rPr lang="en-US" b="1" dirty="0" err="1" smtClean="0"/>
              <a:t>አምላክ</a:t>
            </a:r>
            <a:r>
              <a:rPr lang="en-US" b="1" dirty="0" smtClean="0"/>
              <a:t> </a:t>
            </a:r>
            <a:r>
              <a:rPr lang="en-US" b="1" dirty="0" err="1" smtClean="0"/>
              <a:t>መሆኑን</a:t>
            </a:r>
            <a:r>
              <a:rPr lang="en-US" b="1" dirty="0" smtClean="0"/>
              <a:t> </a:t>
            </a:r>
            <a:r>
              <a:rPr lang="en-US" b="1" dirty="0" err="1" smtClean="0"/>
              <a:t>አሳይቶአ</a:t>
            </a:r>
            <a:r>
              <a:rPr lang="en-US" b="1" dirty="0" smtClean="0"/>
              <a:t>፡፡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b="1" dirty="0" smtClean="0"/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274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76200"/>
            <a:ext cx="8229600" cy="1984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534400" cy="6400800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</a:rPr>
              <a:t>6. </a:t>
            </a:r>
            <a:r>
              <a:rPr lang="en-US" b="1" dirty="0" err="1" smtClean="0">
                <a:solidFill>
                  <a:srgbClr val="7030A0"/>
                </a:solidFill>
              </a:rPr>
              <a:t>እርሱ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የሰንበት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ጌታ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ነው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/>
              <a:t>- </a:t>
            </a:r>
            <a:r>
              <a:rPr lang="en-US" b="1" dirty="0" err="1" smtClean="0"/>
              <a:t>ማር</a:t>
            </a:r>
            <a:r>
              <a:rPr lang="en-US" b="1" dirty="0" smtClean="0"/>
              <a:t> 2፡27-28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</a:rPr>
              <a:t>7. </a:t>
            </a:r>
            <a:r>
              <a:rPr lang="en-US" b="1" dirty="0" err="1" smtClean="0">
                <a:solidFill>
                  <a:srgbClr val="7030A0"/>
                </a:solidFill>
              </a:rPr>
              <a:t>የመለኮት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ሙላት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በሰውነቱ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ተገልጦ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ይኖራል</a:t>
            </a:r>
            <a:r>
              <a:rPr lang="en-US" b="1" dirty="0" smtClean="0">
                <a:solidFill>
                  <a:srgbClr val="7030A0"/>
                </a:solidFill>
              </a:rPr>
              <a:t> - </a:t>
            </a:r>
            <a:r>
              <a:rPr lang="en-US" b="1" dirty="0" err="1" smtClean="0"/>
              <a:t>ቆላ</a:t>
            </a:r>
            <a:r>
              <a:rPr lang="en-US" b="1" dirty="0" smtClean="0"/>
              <a:t> 2፡7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</a:rPr>
              <a:t>8. </a:t>
            </a:r>
            <a:r>
              <a:rPr lang="en-US" b="1" dirty="0" err="1" smtClean="0">
                <a:solidFill>
                  <a:srgbClr val="7030A0"/>
                </a:solidFill>
              </a:rPr>
              <a:t>ሁሉን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ያውቃል</a:t>
            </a:r>
            <a:r>
              <a:rPr lang="en-US" b="1" dirty="0" smtClean="0">
                <a:solidFill>
                  <a:srgbClr val="7030A0"/>
                </a:solidFill>
              </a:rPr>
              <a:t>  </a:t>
            </a:r>
            <a:r>
              <a:rPr lang="en-US" b="1" dirty="0" smtClean="0"/>
              <a:t>- </a:t>
            </a:r>
            <a:r>
              <a:rPr lang="en-US" b="1" dirty="0" err="1" smtClean="0"/>
              <a:t>ዮሐ</a:t>
            </a:r>
            <a:r>
              <a:rPr lang="en-US" b="1" dirty="0" smtClean="0"/>
              <a:t> 2፡24-25፣ </a:t>
            </a:r>
            <a:r>
              <a:rPr lang="en-US" b="1" dirty="0" err="1" smtClean="0"/>
              <a:t>ራዕይ</a:t>
            </a:r>
            <a:r>
              <a:rPr lang="en-US" b="1" dirty="0" smtClean="0"/>
              <a:t> 2፡23 </a:t>
            </a:r>
            <a:r>
              <a:rPr lang="en-US" b="1" dirty="0" err="1" smtClean="0"/>
              <a:t>እና</a:t>
            </a:r>
            <a:r>
              <a:rPr lang="en-US" b="1" dirty="0" smtClean="0"/>
              <a:t> </a:t>
            </a:r>
            <a:r>
              <a:rPr lang="en-US" b="1" dirty="0" err="1" smtClean="0"/>
              <a:t>ኤር</a:t>
            </a:r>
            <a:r>
              <a:rPr lang="en-US" b="1" dirty="0" smtClean="0"/>
              <a:t> 17፡10 (</a:t>
            </a:r>
            <a:r>
              <a:rPr lang="en-US" b="1" dirty="0" err="1" smtClean="0"/>
              <a:t>እኔ</a:t>
            </a:r>
            <a:r>
              <a:rPr lang="en-US" b="1" dirty="0" smtClean="0"/>
              <a:t> </a:t>
            </a:r>
            <a:r>
              <a:rPr lang="en-US" b="1" dirty="0" err="1" smtClean="0"/>
              <a:t>ኩላሊትና</a:t>
            </a:r>
            <a:r>
              <a:rPr lang="en-US" b="1" dirty="0" smtClean="0"/>
              <a:t> </a:t>
            </a:r>
            <a:r>
              <a:rPr lang="en-US" b="1" dirty="0" err="1" smtClean="0"/>
              <a:t>ልብን</a:t>
            </a:r>
            <a:r>
              <a:rPr lang="en-US" b="1" dirty="0" smtClean="0"/>
              <a:t> </a:t>
            </a:r>
            <a:r>
              <a:rPr lang="en-US" b="1" dirty="0" err="1" smtClean="0"/>
              <a:t>እመረምራለሁ</a:t>
            </a:r>
            <a:r>
              <a:rPr lang="en-US" b="1" dirty="0" smtClean="0"/>
              <a:t>)፣ </a:t>
            </a:r>
            <a:r>
              <a:rPr lang="en-US" b="1" dirty="0" err="1" smtClean="0"/>
              <a:t>ዮሐ</a:t>
            </a:r>
            <a:r>
              <a:rPr lang="en-US" b="1" dirty="0" smtClean="0"/>
              <a:t> 16፡30-31፣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</a:rPr>
              <a:t>9. </a:t>
            </a:r>
            <a:r>
              <a:rPr lang="en-US" b="1" dirty="0" err="1" smtClean="0">
                <a:solidFill>
                  <a:srgbClr val="7030A0"/>
                </a:solidFill>
              </a:rPr>
              <a:t>በሁሉ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ስፍራ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ይገኛል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/>
              <a:t>- </a:t>
            </a:r>
            <a:r>
              <a:rPr lang="en-US" b="1" dirty="0" err="1" smtClean="0"/>
              <a:t>ዮሐ</a:t>
            </a:r>
            <a:r>
              <a:rPr lang="en-US" b="1" dirty="0" smtClean="0"/>
              <a:t> 1፡48-49፣ </a:t>
            </a:r>
            <a:r>
              <a:rPr lang="en-US" b="1" dirty="0" err="1" smtClean="0"/>
              <a:t>ማቴ</a:t>
            </a:r>
            <a:r>
              <a:rPr lang="en-US" b="1" dirty="0" smtClean="0"/>
              <a:t> 18፡20፣28፡20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</a:rPr>
              <a:t>10. </a:t>
            </a:r>
            <a:r>
              <a:rPr lang="en-US" b="1" dirty="0" err="1" smtClean="0">
                <a:solidFill>
                  <a:srgbClr val="7030A0"/>
                </a:solidFill>
              </a:rPr>
              <a:t>እውነተኛ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አምላክ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ነው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/>
              <a:t>- </a:t>
            </a:r>
            <a:r>
              <a:rPr lang="en-US" b="1" dirty="0" err="1" smtClean="0"/>
              <a:t>ዮሐ</a:t>
            </a:r>
            <a:r>
              <a:rPr lang="en-US" b="1" dirty="0" smtClean="0"/>
              <a:t> 1፡1፣ </a:t>
            </a:r>
            <a:r>
              <a:rPr lang="en-US" b="1" dirty="0" err="1" smtClean="0"/>
              <a:t>ፊል</a:t>
            </a:r>
            <a:r>
              <a:rPr lang="en-US" b="1" dirty="0" smtClean="0"/>
              <a:t> 2፡6፣ </a:t>
            </a:r>
            <a:r>
              <a:rPr lang="en-US" b="1" dirty="0" err="1" smtClean="0"/>
              <a:t>ኢሳ</a:t>
            </a:r>
            <a:r>
              <a:rPr lang="en-US" b="1" dirty="0" smtClean="0"/>
              <a:t> 9፡6፣ </a:t>
            </a:r>
            <a:r>
              <a:rPr lang="en-US" b="1" dirty="0" err="1" smtClean="0"/>
              <a:t>ዮሐ</a:t>
            </a:r>
            <a:r>
              <a:rPr lang="en-US" b="1" dirty="0" smtClean="0"/>
              <a:t> 20፡28፣ </a:t>
            </a:r>
            <a:r>
              <a:rPr lang="en-US" b="1" dirty="0" err="1" smtClean="0"/>
              <a:t>ዕብ</a:t>
            </a:r>
            <a:r>
              <a:rPr lang="en-US" b="1" dirty="0" smtClean="0"/>
              <a:t> 1፡8፣ </a:t>
            </a:r>
            <a:r>
              <a:rPr lang="en-US" b="1" dirty="0" err="1" smtClean="0"/>
              <a:t>ሮሜ</a:t>
            </a:r>
            <a:r>
              <a:rPr lang="en-US" b="1" dirty="0" smtClean="0"/>
              <a:t> 9፡5፣ 2ጴጥ 1፡1፣ 1ኛ ዮሐ5፡20፣ </a:t>
            </a:r>
            <a:r>
              <a:rPr lang="en-US" b="1" dirty="0" err="1" smtClean="0"/>
              <a:t>ቲቶ</a:t>
            </a:r>
            <a:r>
              <a:rPr lang="en-US" b="1" dirty="0" smtClean="0"/>
              <a:t> 2፡12-13</a:t>
            </a:r>
          </a:p>
          <a:p>
            <a:pPr marL="0" indent="0">
              <a:lnSpc>
                <a:spcPct val="150000"/>
              </a:lnSpc>
              <a:buNone/>
            </a:pPr>
            <a:endParaRPr lang="en-US" b="1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471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839200" cy="64008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11.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መሲሁ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አምላክ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ነው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በብሉይ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ኪዳን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መሲሁ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አምላክ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እንደሆነ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ተገልጾአል</a:t>
            </a:r>
            <a:r>
              <a:rPr lang="en-US" b="1" dirty="0" smtClean="0">
                <a:latin typeface="Arial Black" panose="020B0A04020102020204" pitchFamily="34" charset="0"/>
              </a:rPr>
              <a:t> (</a:t>
            </a:r>
            <a:r>
              <a:rPr lang="en-US" b="1" dirty="0" err="1" smtClean="0">
                <a:latin typeface="Arial Black" panose="020B0A04020102020204" pitchFamily="34" charset="0"/>
              </a:rPr>
              <a:t>ኢሳ</a:t>
            </a:r>
            <a:r>
              <a:rPr lang="en-US" b="1" dirty="0" smtClean="0">
                <a:latin typeface="Arial Black" panose="020B0A04020102020204" pitchFamily="34" charset="0"/>
              </a:rPr>
              <a:t> 9፡6-7፣ </a:t>
            </a:r>
            <a:r>
              <a:rPr lang="en-US" b="1" dirty="0" err="1" smtClean="0">
                <a:latin typeface="Arial Black" panose="020B0A04020102020204" pitchFamily="34" charset="0"/>
              </a:rPr>
              <a:t>ሚኪ</a:t>
            </a:r>
            <a:r>
              <a:rPr lang="en-US" b="1" dirty="0" smtClean="0">
                <a:latin typeface="Arial Black" panose="020B0A04020102020204" pitchFamily="34" charset="0"/>
              </a:rPr>
              <a:t> 5፡1-2፣ </a:t>
            </a:r>
            <a:r>
              <a:rPr lang="en-US" b="1" dirty="0" err="1" smtClean="0">
                <a:latin typeface="Arial Black" panose="020B0A04020102020204" pitchFamily="34" charset="0"/>
              </a:rPr>
              <a:t>መዝ</a:t>
            </a:r>
            <a:r>
              <a:rPr lang="en-US" b="1" dirty="0" smtClean="0">
                <a:latin typeface="Arial Black" panose="020B0A04020102020204" pitchFamily="34" charset="0"/>
              </a:rPr>
              <a:t> 45)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12.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የሰው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ልጅ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/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ኢየሱስ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አምላክ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ነው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ዳን</a:t>
            </a:r>
            <a:r>
              <a:rPr lang="en-US" b="1" dirty="0" smtClean="0">
                <a:latin typeface="Arial Black" panose="020B0A04020102020204" pitchFamily="34" charset="0"/>
              </a:rPr>
              <a:t> 7፡13-14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12.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ለአብ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የሚገባ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ክብር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ሁሉ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ለኢየሱስ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ይገባል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ዮሐ</a:t>
            </a:r>
            <a:r>
              <a:rPr lang="en-US" b="1" dirty="0" smtClean="0">
                <a:latin typeface="Arial Black" panose="020B0A04020102020204" pitchFamily="34" charset="0"/>
              </a:rPr>
              <a:t> 5፡22-23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13.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በስሙ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እንድንጸልይ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ታዘናል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ዮሐ</a:t>
            </a:r>
            <a:r>
              <a:rPr lang="en-US" b="1" dirty="0" smtClean="0">
                <a:latin typeface="Arial Black" panose="020B0A04020102020204" pitchFamily="34" charset="0"/>
              </a:rPr>
              <a:t> 14፡13-14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116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0"/>
            <a:ext cx="8229600" cy="2746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915400" cy="6477000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14.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በስሙ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በሽተኞች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ይፈወሳሉ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አጋንንትም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ይወጣሉ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>
                <a:latin typeface="Arial Black" panose="020B0A04020102020204" pitchFamily="34" charset="0"/>
              </a:rPr>
              <a:t>- </a:t>
            </a:r>
            <a:r>
              <a:rPr lang="en-US" b="1" dirty="0" err="1">
                <a:latin typeface="Arial Black" panose="020B0A04020102020204" pitchFamily="34" charset="0"/>
              </a:rPr>
              <a:t>አምላክ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ካልሆን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እንዴት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በሽተኞች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ይፈወሳሉ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አጋንንትስ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ይወጣሉ</a:t>
            </a:r>
            <a:r>
              <a:rPr lang="en-US" b="1" dirty="0">
                <a:latin typeface="Arial Black" panose="020B0A04020102020204" pitchFamily="34" charset="0"/>
              </a:rPr>
              <a:t>? (</a:t>
            </a:r>
            <a:r>
              <a:rPr lang="en-US" b="1" dirty="0" err="1">
                <a:latin typeface="Arial Black" panose="020B0A04020102020204" pitchFamily="34" charset="0"/>
              </a:rPr>
              <a:t>ማር</a:t>
            </a:r>
            <a:r>
              <a:rPr lang="en-US" b="1" dirty="0">
                <a:latin typeface="Arial Black" panose="020B0A04020102020204" pitchFamily="34" charset="0"/>
              </a:rPr>
              <a:t> 16፡17-20፣ </a:t>
            </a:r>
            <a:r>
              <a:rPr lang="en-US" b="1" dirty="0" err="1">
                <a:latin typeface="Arial Black" panose="020B0A04020102020204" pitchFamily="34" charset="0"/>
              </a:rPr>
              <a:t>ሉቃ</a:t>
            </a:r>
            <a:r>
              <a:rPr lang="en-US" b="1" dirty="0">
                <a:latin typeface="Arial Black" panose="020B0A04020102020204" pitchFamily="34" charset="0"/>
              </a:rPr>
              <a:t> 10፡17-20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15.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መላዕክትን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ይልካቸዋል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የእርሱ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ናቸውና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>
                <a:latin typeface="Arial Black" panose="020B0A04020102020204" pitchFamily="34" charset="0"/>
              </a:rPr>
              <a:t>- </a:t>
            </a:r>
            <a:r>
              <a:rPr lang="en-US" b="1" dirty="0" err="1">
                <a:latin typeface="Arial Black" panose="020B0A04020102020204" pitchFamily="34" charset="0"/>
              </a:rPr>
              <a:t>ማቴ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24፡29-30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16.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ሙታንን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ያስነሳል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በመጨረሻቀን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ሙታንን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የሚያስነሳው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ኢየሱስ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ነው</a:t>
            </a:r>
            <a:r>
              <a:rPr lang="en-US" b="1" dirty="0" smtClean="0">
                <a:latin typeface="Arial Black" panose="020B0A04020102020204" pitchFamily="34" charset="0"/>
              </a:rPr>
              <a:t> (</a:t>
            </a:r>
            <a:r>
              <a:rPr lang="en-US" b="1" dirty="0" err="1" smtClean="0">
                <a:latin typeface="Arial Black" panose="020B0A04020102020204" pitchFamily="34" charset="0"/>
              </a:rPr>
              <a:t>ዮሐ</a:t>
            </a:r>
            <a:r>
              <a:rPr lang="en-US" b="1" dirty="0" smtClean="0">
                <a:latin typeface="Arial Black" panose="020B0A04020102020204" pitchFamily="34" charset="0"/>
              </a:rPr>
              <a:t> 6፡38-40)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17.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የዘላለምን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ህይወት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ይሰጣል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- ዮሐ10፡27-31</a:t>
            </a:r>
            <a:endParaRPr lang="en-US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205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763000" cy="67056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18.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ኢየሱስ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ጌታ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መሆኑን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ተናግሮአል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ዮሐ</a:t>
            </a:r>
            <a:r>
              <a:rPr lang="en-US" b="1" dirty="0" smtClean="0">
                <a:latin typeface="Arial Black" panose="020B0A04020102020204" pitchFamily="34" charset="0"/>
              </a:rPr>
              <a:t> 13፡13-15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19.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ለሁሉም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እንደስራው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ይከፍላል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-</a:t>
            </a:r>
            <a:r>
              <a:rPr lang="en-US" b="1" dirty="0" err="1" smtClean="0">
                <a:latin typeface="Arial Black" panose="020B0A04020102020204" pitchFamily="34" charset="0"/>
              </a:rPr>
              <a:t>ራዕ</a:t>
            </a:r>
            <a:r>
              <a:rPr lang="en-US" b="1" dirty="0" smtClean="0">
                <a:latin typeface="Arial Black" panose="020B0A04020102020204" pitchFamily="34" charset="0"/>
              </a:rPr>
              <a:t> 22፡12፣ </a:t>
            </a:r>
            <a:r>
              <a:rPr lang="en-US" b="1" dirty="0" err="1" smtClean="0">
                <a:latin typeface="Arial Black" panose="020B0A04020102020204" pitchFamily="34" charset="0"/>
              </a:rPr>
              <a:t>ራዕ</a:t>
            </a:r>
            <a:r>
              <a:rPr lang="en-US" b="1" dirty="0" smtClean="0">
                <a:latin typeface="Arial Black" panose="020B0A04020102020204" pitchFamily="34" charset="0"/>
              </a:rPr>
              <a:t> 2፡23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20.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ኢየሱስ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እኔ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አምላክ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ነኝ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ብሎአል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ራዕ</a:t>
            </a:r>
            <a:r>
              <a:rPr lang="en-US" b="1" dirty="0" smtClean="0">
                <a:latin typeface="Arial Black" panose="020B0A04020102020204" pitchFamily="34" charset="0"/>
              </a:rPr>
              <a:t> 21፡5-8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ማጠቃለያ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፡- </a:t>
            </a:r>
            <a:r>
              <a:rPr lang="en-US" b="1" dirty="0" err="1" smtClean="0">
                <a:latin typeface="Arial Black" panose="020B0A04020102020204" pitchFamily="34" charset="0"/>
              </a:rPr>
              <a:t>ከላይ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የተዘረዘሩት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የኢየሱስ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ክርስቶስ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መለኮታዊ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ስራዎችና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ባህርያት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እንዲሁም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የተለያዩ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አካላት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ምስክርነት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አምላክነቱ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ያስረዳሉ</a:t>
            </a:r>
            <a:r>
              <a:rPr lang="en-US" b="1" dirty="0" smtClean="0">
                <a:latin typeface="Arial Black" panose="020B0A04020102020204" pitchFamily="34" charset="0"/>
              </a:rPr>
              <a:t>፡፡ </a:t>
            </a:r>
            <a:r>
              <a:rPr lang="en-US" b="1" dirty="0" err="1" smtClean="0">
                <a:latin typeface="Arial Black" panose="020B0A04020102020204" pitchFamily="34" charset="0"/>
              </a:rPr>
              <a:t>ከእነዚህም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ውስጥ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ኢየሱስ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ራሱ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አብ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ስለርሱ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መስክሮአል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ሐዋሪያትና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የብሉይ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ኪዳን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ነብያት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ስለእርሱ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ጽፈዋል</a:t>
            </a:r>
            <a:r>
              <a:rPr lang="en-US" b="1" dirty="0" smtClean="0">
                <a:latin typeface="Arial Black" panose="020B0A04020102020204" pitchFamily="34" charset="0"/>
              </a:rPr>
              <a:t>፡፡ </a:t>
            </a:r>
            <a:r>
              <a:rPr lang="en-US" b="1" dirty="0" err="1" smtClean="0">
                <a:latin typeface="Arial Black" panose="020B0A04020102020204" pitchFamily="34" charset="0"/>
              </a:rPr>
              <a:t>ስለዚህ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እነዚህ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ሁሉ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መረጃዎች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በመጽሐፍ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ቅዱስ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ውስጥ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እያሉ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ጤናማ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ህሊና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ያለው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ሰው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ይህንን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እውነት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መካድ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አይችልም</a:t>
            </a:r>
            <a:r>
              <a:rPr lang="en-US" b="1" dirty="0" smtClean="0">
                <a:latin typeface="Arial Black" panose="020B0A04020102020204" pitchFamily="34" charset="0"/>
              </a:rPr>
              <a:t>፡፡</a:t>
            </a:r>
            <a:endParaRPr lang="en-US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921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228600"/>
            <a:ext cx="8229600" cy="460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04800"/>
            <a:ext cx="8915400" cy="64770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3.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ስለኢየሱስ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አምላክነት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የሚጻረሩ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በሙስሊሞች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ከሚነሱ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ጥያቄዎች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ጥቂቶቹን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እንመልከት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አምላክ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ከሆነ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ሲሞት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አለምን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ማን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ጠበቀው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መልስ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በመጽሐፍ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ቅዱስ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አስተምህሮ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መሰረት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ሞት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ስጋ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ከመንፈስና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ነፍስ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መለየት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በመሆኑም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ስጋ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በድን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ይሆናል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ነፍስ</a:t>
            </a:r>
            <a:r>
              <a:rPr lang="en-US" b="1" dirty="0" smtClean="0">
                <a:latin typeface="Power Geez Unicode1" panose="00000400000000000000" pitchFamily="2" charset="0"/>
              </a:rPr>
              <a:t>/</a:t>
            </a:r>
            <a:r>
              <a:rPr lang="en-US" b="1" dirty="0" err="1" smtClean="0">
                <a:latin typeface="Power Geez Unicode1" panose="00000400000000000000" pitchFamily="2" charset="0"/>
              </a:rPr>
              <a:t>መንፈስ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ህያው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የነበረው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ሰብአዊ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መንፈስ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ስለነበር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ክርስቶስ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ሲሞት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የክርስቶስ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ስጋ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ከሰብአዊና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መንፈሱ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ተለያይቶአል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ጊዜ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ስጋ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ለሶስት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ቀናት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በድን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ነበር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ሰብአዊ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መንፈሱ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ህያው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ነበር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የክርስቶስ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መንፈስ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ስጋ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ከመልበሱ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በፊትም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ሆነ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ሲሞት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ከሞትም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ሲነሳ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የሚለዋወጥ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ስላልሆነ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ሁሌም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አለምን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ሲገዛ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ነበር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አሁንም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ይገዛል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374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47700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ኢየሱስ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በማር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13፡32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ስለመጨረሻው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ቀን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አላውቅም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ሲል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አምላክ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እንዳልሆነ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አይገልጽምን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latin typeface="Power Geez Unicode1" panose="00000400000000000000" pitchFamily="2" charset="0"/>
              </a:rPr>
              <a:t>መልስ</a:t>
            </a:r>
            <a:r>
              <a:rPr lang="en-US" b="1" dirty="0" smtClean="0"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ወልድም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አያውቅም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ስብእናውን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ያመለክታል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ቀደም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ብለን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እንደተመለከትን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በመለኮት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ሁሉን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እንደሚያውቅ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ብዙ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የመጽሐፍ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ቅዱስ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ክፍሎች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ይናገራል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የክርስቶስ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ሰብአዊ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ባህሪይ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ሁሉን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አያውቅም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በመሆኑም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ወልድ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በማለት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ስብዕናውን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በማመልከት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ከአባት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በቀር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መላዕክትም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ቢሆኑ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ወልድም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አያውቅም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ክርስቶስ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ባህርዩ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ሁሉን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አያውቅም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አንድምታ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የለውም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  <a:endParaRPr lang="en-US" b="1" dirty="0">
              <a:latin typeface="Power Geez Unicode1" panose="00000400000000000000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429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81000"/>
            <a:ext cx="8915400" cy="6324600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በ1ኛ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ቆሮ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15፡28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ላይ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በመጨረሻ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ኢየሱስም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ለአብ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እንደሚገዛ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ይናገራል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፡፡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ስለዚህ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እርሱ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ከአብ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እንደሚያንስ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መግለጹ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 panose="00000400000000000000" pitchFamily="2" charset="0"/>
              </a:rPr>
              <a:t>አይደለምን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?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መልስ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፡-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ስለትንሳኤ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ሙታን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እንዲሁም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የማዳን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ስራ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መጠናቀቅና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የመማለድ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ስራ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ማብቃትን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ይናገራል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እንጂ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ከአብ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የሚያንስ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ስልጣን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ወይም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ያነሰ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ባህርይ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እንዳለው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አያሳይም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አውዱ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ስልጣን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አይናገርም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ሁሉ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ላስገዛለት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ይገዛል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ጊዜ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ጠላቶች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ሁሉ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ከእግሩ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በታች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በማድረግ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የደህንንት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ስራ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ያበቃል</a:t>
            </a:r>
            <a:r>
              <a:rPr lang="en-US" b="1" dirty="0" smtClean="0">
                <a:latin typeface="Power Geez Unicode1" panose="00000400000000000000" pitchFamily="2" charset="0"/>
              </a:rPr>
              <a:t>፤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የእግዚአአብሄር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ፍጹም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ገዥነት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በፍጥረት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ይረጋገጣል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እንዲሁም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የማዳን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ተልዕኮ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ያበቃል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ሁሉ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በሁሉ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ይሆናል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የማዳን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ስራ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ካለቀ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በኃላ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በእግዚአብሄርና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በፍጥረት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መካከል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ፍጹም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ሰላምና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አንድነት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ይሆናል</a:t>
            </a:r>
            <a:r>
              <a:rPr lang="en-US" b="1" dirty="0" smtClean="0">
                <a:latin typeface="Power Geez Unicode1" panose="00000400000000000000" pitchFamily="2" charset="0"/>
              </a:rPr>
              <a:t>፤ </a:t>
            </a:r>
            <a:r>
              <a:rPr lang="en-US" b="1" dirty="0" err="1">
                <a:latin typeface="Power Geez Unicode1" panose="00000400000000000000" pitchFamily="2" charset="0"/>
              </a:rPr>
              <a:t>በ</a:t>
            </a:r>
            <a:r>
              <a:rPr lang="en-US" b="1" dirty="0" err="1" smtClean="0">
                <a:latin typeface="Power Geez Unicode1" panose="00000400000000000000" pitchFamily="2" charset="0"/>
              </a:rPr>
              <a:t>ስላሴ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አካላት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መካከል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የአገልግሎት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ክፍፍል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አይኖርም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ፍጹም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ገዥነት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ይታወጃል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  <a:endParaRPr lang="en-US" b="1" dirty="0">
              <a:solidFill>
                <a:srgbClr val="00B050"/>
              </a:solidFill>
              <a:latin typeface="Power Geez Unicode1" panose="00000400000000000000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703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839200" cy="63246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ማጠቃለያ</a:t>
            </a:r>
            <a:r>
              <a:rPr lang="en-US" b="1" dirty="0" smtClean="0">
                <a:solidFill>
                  <a:srgbClr val="00B050"/>
                </a:solidFill>
              </a:rPr>
              <a:t>፡- </a:t>
            </a:r>
            <a:r>
              <a:rPr lang="en-US" b="1" dirty="0" err="1" smtClean="0"/>
              <a:t>መጽሐፍ</a:t>
            </a:r>
            <a:r>
              <a:rPr lang="en-US" b="1" dirty="0" smtClean="0"/>
              <a:t> </a:t>
            </a:r>
            <a:r>
              <a:rPr lang="en-US" b="1" dirty="0" err="1" smtClean="0"/>
              <a:t>ቅዱስ</a:t>
            </a:r>
            <a:r>
              <a:rPr lang="en-US" b="1" dirty="0" smtClean="0"/>
              <a:t> </a:t>
            </a:r>
            <a:r>
              <a:rPr lang="en-US" b="1" dirty="0" err="1" smtClean="0"/>
              <a:t>እንደሚያስተምረን</a:t>
            </a:r>
            <a:r>
              <a:rPr lang="en-US" b="1" dirty="0" smtClean="0"/>
              <a:t> </a:t>
            </a:r>
            <a:r>
              <a:rPr lang="en-US" b="1" dirty="0" err="1" smtClean="0"/>
              <a:t>ኢየሱስ</a:t>
            </a:r>
            <a:r>
              <a:rPr lang="en-US" b="1" dirty="0" smtClean="0"/>
              <a:t> </a:t>
            </a:r>
            <a:r>
              <a:rPr lang="en-US" b="1" dirty="0" err="1" smtClean="0"/>
              <a:t>ሁለት</a:t>
            </a:r>
            <a:r>
              <a:rPr lang="en-US" b="1" dirty="0" smtClean="0"/>
              <a:t> </a:t>
            </a:r>
            <a:r>
              <a:rPr lang="en-US" b="1" dirty="0" err="1" smtClean="0"/>
              <a:t>ባህርያት</a:t>
            </a:r>
            <a:r>
              <a:rPr lang="en-US" b="1" dirty="0" smtClean="0"/>
              <a:t> </a:t>
            </a:r>
            <a:r>
              <a:rPr lang="en-US" b="1" dirty="0" err="1" smtClean="0"/>
              <a:t>አሉት</a:t>
            </a:r>
            <a:r>
              <a:rPr lang="en-US" b="1" dirty="0" smtClean="0"/>
              <a:t>፡፡ </a:t>
            </a:r>
            <a:r>
              <a:rPr lang="en-US" b="1" dirty="0" err="1" smtClean="0"/>
              <a:t>እነርሱም</a:t>
            </a:r>
            <a:r>
              <a:rPr lang="en-US" b="1" dirty="0" smtClean="0"/>
              <a:t> </a:t>
            </a:r>
            <a:r>
              <a:rPr lang="en-US" b="1" dirty="0" err="1" smtClean="0"/>
              <a:t>ፍጹም</a:t>
            </a:r>
            <a:r>
              <a:rPr lang="en-US" b="1" dirty="0" smtClean="0"/>
              <a:t> </a:t>
            </a:r>
            <a:r>
              <a:rPr lang="en-US" b="1" dirty="0" err="1" smtClean="0"/>
              <a:t>ስብዕና</a:t>
            </a:r>
            <a:r>
              <a:rPr lang="en-US" b="1" dirty="0" smtClean="0"/>
              <a:t> </a:t>
            </a:r>
            <a:r>
              <a:rPr lang="en-US" b="1" dirty="0" err="1" smtClean="0"/>
              <a:t>እና</a:t>
            </a:r>
            <a:r>
              <a:rPr lang="en-US" b="1" dirty="0" smtClean="0"/>
              <a:t> </a:t>
            </a:r>
            <a:r>
              <a:rPr lang="en-US" b="1" dirty="0" err="1" smtClean="0"/>
              <a:t>ፍጹም</a:t>
            </a:r>
            <a:r>
              <a:rPr lang="en-US" b="1" dirty="0" smtClean="0"/>
              <a:t> </a:t>
            </a:r>
            <a:r>
              <a:rPr lang="en-US" b="1" dirty="0" err="1" smtClean="0"/>
              <a:t>መለኮት</a:t>
            </a:r>
            <a:r>
              <a:rPr lang="en-US" b="1" dirty="0" smtClean="0"/>
              <a:t> </a:t>
            </a:r>
            <a:r>
              <a:rPr lang="en-US" b="1" dirty="0" err="1" smtClean="0"/>
              <a:t>ናቸው</a:t>
            </a:r>
            <a:r>
              <a:rPr lang="en-US" b="1" dirty="0" smtClean="0"/>
              <a:t>፡፡ </a:t>
            </a:r>
            <a:r>
              <a:rPr lang="en-US" b="1" dirty="0" err="1" smtClean="0"/>
              <a:t>ይህም</a:t>
            </a:r>
            <a:r>
              <a:rPr lang="en-US" b="1" dirty="0" smtClean="0"/>
              <a:t> </a:t>
            </a:r>
            <a:r>
              <a:rPr lang="en-US" b="1" dirty="0" err="1" smtClean="0"/>
              <a:t>ማለት</a:t>
            </a:r>
            <a:r>
              <a:rPr lang="en-US" b="1" dirty="0" smtClean="0"/>
              <a:t> </a:t>
            </a:r>
            <a:r>
              <a:rPr lang="en-US" b="1" dirty="0" err="1" smtClean="0"/>
              <a:t>ኢየሱስ</a:t>
            </a:r>
            <a:r>
              <a:rPr lang="en-US" b="1" dirty="0" smtClean="0"/>
              <a:t> </a:t>
            </a:r>
            <a:r>
              <a:rPr lang="en-US" b="1" dirty="0" err="1" smtClean="0"/>
              <a:t>ፍጹም</a:t>
            </a:r>
            <a:r>
              <a:rPr lang="en-US" b="1" dirty="0" smtClean="0"/>
              <a:t> </a:t>
            </a:r>
            <a:r>
              <a:rPr lang="en-US" b="1" dirty="0" err="1" smtClean="0"/>
              <a:t>ሰውና</a:t>
            </a:r>
            <a:r>
              <a:rPr lang="en-US" b="1" dirty="0" smtClean="0"/>
              <a:t> </a:t>
            </a:r>
            <a:r>
              <a:rPr lang="en-US" b="1" dirty="0" err="1" smtClean="0"/>
              <a:t>ፍጹም</a:t>
            </a:r>
            <a:r>
              <a:rPr lang="en-US" b="1" dirty="0" smtClean="0"/>
              <a:t> </a:t>
            </a:r>
            <a:r>
              <a:rPr lang="en-US" b="1" dirty="0" err="1" smtClean="0"/>
              <a:t>አምላክ</a:t>
            </a:r>
            <a:r>
              <a:rPr lang="en-US" b="1" dirty="0" smtClean="0"/>
              <a:t> </a:t>
            </a:r>
            <a:r>
              <a:rPr lang="en-US" b="1" dirty="0" err="1" smtClean="0"/>
              <a:t>ነው</a:t>
            </a:r>
            <a:r>
              <a:rPr lang="en-US" b="1" dirty="0" smtClean="0"/>
              <a:t>፡፡ </a:t>
            </a:r>
            <a:r>
              <a:rPr lang="en-US" b="1" dirty="0" err="1" smtClean="0"/>
              <a:t>ስለዚህ</a:t>
            </a:r>
            <a:r>
              <a:rPr lang="en-US" b="1" dirty="0" smtClean="0"/>
              <a:t> </a:t>
            </a:r>
            <a:r>
              <a:rPr lang="en-US" b="1" dirty="0" err="1" smtClean="0"/>
              <a:t>ኢየሱስ</a:t>
            </a:r>
            <a:r>
              <a:rPr lang="en-US" b="1" dirty="0" smtClean="0"/>
              <a:t> </a:t>
            </a:r>
            <a:r>
              <a:rPr lang="en-US" b="1" dirty="0" err="1" smtClean="0"/>
              <a:t>በምድር</a:t>
            </a:r>
            <a:r>
              <a:rPr lang="en-US" b="1" dirty="0" smtClean="0"/>
              <a:t> </a:t>
            </a:r>
            <a:r>
              <a:rPr lang="en-US" b="1" dirty="0" err="1" smtClean="0"/>
              <a:t>ላይ</a:t>
            </a:r>
            <a:r>
              <a:rPr lang="en-US" b="1" dirty="0" smtClean="0"/>
              <a:t> </a:t>
            </a:r>
            <a:r>
              <a:rPr lang="en-US" b="1" dirty="0" err="1" smtClean="0"/>
              <a:t>ሲመላለስ</a:t>
            </a:r>
            <a:r>
              <a:rPr lang="en-US" b="1" dirty="0" smtClean="0"/>
              <a:t> </a:t>
            </a:r>
            <a:r>
              <a:rPr lang="en-US" b="1" dirty="0" err="1" smtClean="0"/>
              <a:t>አብዛኛውም</a:t>
            </a:r>
            <a:r>
              <a:rPr lang="en-US" b="1" dirty="0" smtClean="0"/>
              <a:t> </a:t>
            </a:r>
            <a:r>
              <a:rPr lang="en-US" b="1" dirty="0" err="1" smtClean="0"/>
              <a:t>ጊዜ</a:t>
            </a:r>
            <a:r>
              <a:rPr lang="en-US" b="1" dirty="0" smtClean="0"/>
              <a:t> </a:t>
            </a:r>
            <a:r>
              <a:rPr lang="en-US" b="1" dirty="0" err="1" smtClean="0"/>
              <a:t>ስብዕናውን</a:t>
            </a:r>
            <a:r>
              <a:rPr lang="en-US" b="1" dirty="0" smtClean="0"/>
              <a:t> </a:t>
            </a:r>
            <a:r>
              <a:rPr lang="en-US" b="1" dirty="0" err="1" smtClean="0"/>
              <a:t>በማጉላት</a:t>
            </a:r>
            <a:r>
              <a:rPr lang="en-US" b="1" dirty="0" smtClean="0"/>
              <a:t> </a:t>
            </a:r>
            <a:r>
              <a:rPr lang="en-US" b="1" dirty="0" err="1" smtClean="0"/>
              <a:t>ሲናገር</a:t>
            </a:r>
            <a:r>
              <a:rPr lang="en-US" b="1" dirty="0" smtClean="0"/>
              <a:t> </a:t>
            </a:r>
            <a:r>
              <a:rPr lang="en-US" b="1" dirty="0" err="1" smtClean="0"/>
              <a:t>አንዳንዴ</a:t>
            </a:r>
            <a:r>
              <a:rPr lang="en-US" b="1" dirty="0" smtClean="0"/>
              <a:t> </a:t>
            </a:r>
            <a:r>
              <a:rPr lang="en-US" b="1" dirty="0" err="1" smtClean="0"/>
              <a:t>አምላክ</a:t>
            </a:r>
            <a:r>
              <a:rPr lang="en-US" b="1" dirty="0" smtClean="0"/>
              <a:t> </a:t>
            </a:r>
            <a:r>
              <a:rPr lang="en-US" b="1" dirty="0" err="1" smtClean="0"/>
              <a:t>መሆኑን</a:t>
            </a:r>
            <a:r>
              <a:rPr lang="en-US" b="1" dirty="0" smtClean="0"/>
              <a:t> </a:t>
            </a:r>
            <a:r>
              <a:rPr lang="en-US" b="1" dirty="0" err="1" smtClean="0"/>
              <a:t>ሰዎች</a:t>
            </a:r>
            <a:r>
              <a:rPr lang="en-US" b="1" dirty="0" smtClean="0"/>
              <a:t> </a:t>
            </a:r>
            <a:r>
              <a:rPr lang="en-US" b="1" dirty="0" err="1" smtClean="0"/>
              <a:t>እንዲረዱ</a:t>
            </a:r>
            <a:r>
              <a:rPr lang="en-US" b="1" dirty="0" smtClean="0"/>
              <a:t> </a:t>
            </a:r>
            <a:r>
              <a:rPr lang="en-US" b="1" dirty="0" err="1" smtClean="0"/>
              <a:t>ሲያስተምር</a:t>
            </a:r>
            <a:r>
              <a:rPr lang="en-US" b="1" dirty="0" smtClean="0"/>
              <a:t> </a:t>
            </a:r>
            <a:r>
              <a:rPr lang="en-US" b="1" dirty="0" err="1" smtClean="0"/>
              <a:t>ቆይቶአል</a:t>
            </a:r>
            <a:r>
              <a:rPr lang="en-US" b="1" dirty="0" smtClean="0"/>
              <a:t>፡፡ </a:t>
            </a:r>
            <a:r>
              <a:rPr lang="en-US" b="1" dirty="0" err="1" smtClean="0"/>
              <a:t>ክርስቶስ</a:t>
            </a:r>
            <a:r>
              <a:rPr lang="en-US" b="1" dirty="0" smtClean="0"/>
              <a:t> </a:t>
            </a:r>
            <a:r>
              <a:rPr lang="en-US" b="1" dirty="0" err="1" smtClean="0"/>
              <a:t>በሰብአዊ</a:t>
            </a:r>
            <a:r>
              <a:rPr lang="en-US" b="1" dirty="0" smtClean="0"/>
              <a:t> </a:t>
            </a:r>
            <a:r>
              <a:rPr lang="en-US" b="1" dirty="0" err="1" smtClean="0"/>
              <a:t>ባህርዩ</a:t>
            </a:r>
            <a:r>
              <a:rPr lang="en-US" b="1" dirty="0" smtClean="0"/>
              <a:t> </a:t>
            </a:r>
            <a:r>
              <a:rPr lang="en-US" b="1" dirty="0" err="1" smtClean="0"/>
              <a:t>እንደሰው</a:t>
            </a:r>
            <a:r>
              <a:rPr lang="en-US" b="1" dirty="0" smtClean="0"/>
              <a:t> </a:t>
            </a:r>
            <a:r>
              <a:rPr lang="en-US" b="1" dirty="0" err="1" smtClean="0"/>
              <a:t>ውስን</a:t>
            </a:r>
            <a:r>
              <a:rPr lang="en-US" b="1" dirty="0" smtClean="0"/>
              <a:t> </a:t>
            </a:r>
            <a:r>
              <a:rPr lang="en-US" b="1" dirty="0" err="1" smtClean="0"/>
              <a:t>ነው</a:t>
            </a:r>
            <a:r>
              <a:rPr lang="en-US" b="1" dirty="0" smtClean="0"/>
              <a:t>፡፡ </a:t>
            </a:r>
            <a:r>
              <a:rPr lang="en-US" b="1" dirty="0" err="1" smtClean="0"/>
              <a:t>ነገር</a:t>
            </a:r>
            <a:r>
              <a:rPr lang="en-US" b="1" dirty="0" smtClean="0"/>
              <a:t> </a:t>
            </a:r>
            <a:r>
              <a:rPr lang="en-US" b="1" dirty="0" err="1" smtClean="0"/>
              <a:t>ግን</a:t>
            </a:r>
            <a:r>
              <a:rPr lang="en-US" b="1" dirty="0" smtClean="0"/>
              <a:t> </a:t>
            </a:r>
            <a:r>
              <a:rPr lang="en-US" b="1" dirty="0" err="1" smtClean="0"/>
              <a:t>በመለኮታዊ</a:t>
            </a:r>
            <a:r>
              <a:rPr lang="en-US" b="1" dirty="0" smtClean="0"/>
              <a:t> </a:t>
            </a:r>
            <a:r>
              <a:rPr lang="en-US" b="1" dirty="0" err="1" smtClean="0"/>
              <a:t>ባህርዩ</a:t>
            </a:r>
            <a:r>
              <a:rPr lang="en-US" b="1" dirty="0" smtClean="0"/>
              <a:t> </a:t>
            </a:r>
            <a:r>
              <a:rPr lang="en-US" b="1" dirty="0" err="1" smtClean="0"/>
              <a:t>ፍጹም</a:t>
            </a:r>
            <a:r>
              <a:rPr lang="en-US" b="1" dirty="0" smtClean="0"/>
              <a:t> </a:t>
            </a:r>
            <a:r>
              <a:rPr lang="en-US" b="1" dirty="0" err="1" smtClean="0"/>
              <a:t>አምላክ</a:t>
            </a:r>
            <a:r>
              <a:rPr lang="en-US" b="1" dirty="0" smtClean="0"/>
              <a:t> </a:t>
            </a:r>
            <a:r>
              <a:rPr lang="en-US" b="1" dirty="0" err="1" smtClean="0"/>
              <a:t>ነው</a:t>
            </a:r>
            <a:r>
              <a:rPr lang="en-US" b="1" dirty="0" smtClean="0"/>
              <a:t>፡፡ </a:t>
            </a:r>
            <a:r>
              <a:rPr lang="en-US" b="1" dirty="0" err="1" smtClean="0"/>
              <a:t>ስለዚህ</a:t>
            </a:r>
            <a:r>
              <a:rPr lang="en-US" b="1" dirty="0" smtClean="0"/>
              <a:t> </a:t>
            </a:r>
            <a:r>
              <a:rPr lang="en-US" b="1" dirty="0" err="1" smtClean="0"/>
              <a:t>ሙስሊሞች</a:t>
            </a:r>
            <a:r>
              <a:rPr lang="en-US" b="1" dirty="0" smtClean="0"/>
              <a:t> </a:t>
            </a:r>
            <a:r>
              <a:rPr lang="en-US" b="1" dirty="0" err="1" smtClean="0"/>
              <a:t>ለሚያነሱዋቸው</a:t>
            </a:r>
            <a:r>
              <a:rPr lang="en-US" b="1" dirty="0" smtClean="0"/>
              <a:t> </a:t>
            </a:r>
            <a:r>
              <a:rPr lang="en-US" b="1" dirty="0" err="1" smtClean="0"/>
              <a:t>ጥያቄዎች</a:t>
            </a:r>
            <a:r>
              <a:rPr lang="en-US" b="1" dirty="0" smtClean="0"/>
              <a:t> </a:t>
            </a:r>
            <a:r>
              <a:rPr lang="en-US" b="1" dirty="0" err="1" smtClean="0"/>
              <a:t>እነዚህ</a:t>
            </a:r>
            <a:r>
              <a:rPr lang="en-US" b="1" dirty="0" smtClean="0"/>
              <a:t> </a:t>
            </a:r>
            <a:r>
              <a:rPr lang="en-US" b="1" dirty="0" err="1" smtClean="0"/>
              <a:t>ሁለት</a:t>
            </a:r>
            <a:r>
              <a:rPr lang="en-US" b="1" dirty="0" smtClean="0"/>
              <a:t> </a:t>
            </a:r>
            <a:r>
              <a:rPr lang="en-US" b="1" dirty="0" err="1" smtClean="0"/>
              <a:t>የክርስቶስ</a:t>
            </a:r>
            <a:r>
              <a:rPr lang="en-US" b="1" dirty="0" smtClean="0"/>
              <a:t> </a:t>
            </a:r>
            <a:r>
              <a:rPr lang="en-US" b="1" dirty="0" err="1" smtClean="0"/>
              <a:t>ባህሪያት</a:t>
            </a:r>
            <a:r>
              <a:rPr lang="en-US" b="1" dirty="0" smtClean="0"/>
              <a:t> </a:t>
            </a:r>
            <a:r>
              <a:rPr lang="en-US" b="1" dirty="0" err="1" smtClean="0"/>
              <a:t>ከግምት</a:t>
            </a:r>
            <a:r>
              <a:rPr lang="en-US" b="1" dirty="0" smtClean="0"/>
              <a:t> </a:t>
            </a:r>
            <a:r>
              <a:rPr lang="en-US" b="1" dirty="0" err="1" smtClean="0"/>
              <a:t>ውስጥ</a:t>
            </a:r>
            <a:r>
              <a:rPr lang="en-US" b="1" dirty="0" smtClean="0"/>
              <a:t> </a:t>
            </a:r>
            <a:r>
              <a:rPr lang="en-US" b="1" dirty="0" err="1" smtClean="0"/>
              <a:t>በማስገባት</a:t>
            </a:r>
            <a:r>
              <a:rPr lang="en-US" b="1" dirty="0" smtClean="0"/>
              <a:t> </a:t>
            </a:r>
            <a:r>
              <a:rPr lang="en-US" b="1" dirty="0" err="1" smtClean="0"/>
              <a:t>መመለስ</a:t>
            </a:r>
            <a:r>
              <a:rPr lang="en-US" b="1" dirty="0" smtClean="0"/>
              <a:t> </a:t>
            </a:r>
            <a:r>
              <a:rPr lang="en-US" b="1" dirty="0" err="1" smtClean="0"/>
              <a:t>አለብን</a:t>
            </a:r>
            <a:r>
              <a:rPr lang="en-US" b="1" dirty="0" smtClean="0"/>
              <a:t>፡፡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98864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1091</Words>
  <Application>Microsoft Office PowerPoint</Application>
  <PresentationFormat>On-screen Show (4:3)</PresentationFormat>
  <Paragraphs>59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ኢየሱስ አምላክ ነውን?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ኢየሱስ አምላክ ነውን?</dc:title>
  <dc:creator>Windows User</dc:creator>
  <cp:lastModifiedBy>Windows User</cp:lastModifiedBy>
  <cp:revision>36</cp:revision>
  <dcterms:created xsi:type="dcterms:W3CDTF">2025-07-19T09:55:21Z</dcterms:created>
  <dcterms:modified xsi:type="dcterms:W3CDTF">2025-07-21T11:35:50Z</dcterms:modified>
</cp:coreProperties>
</file>