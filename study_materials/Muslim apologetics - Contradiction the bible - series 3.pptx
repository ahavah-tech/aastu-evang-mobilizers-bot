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9F73A7-1DAE-4E3C-8C2B-D3772AE87B9A}" type="datetimeFigureOut">
              <a:rPr lang="en-US" smtClean="0"/>
              <a:t>14-Jul-25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D7C3D7-DB10-47B0-A73D-1FBF2604EA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768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D7C3D7-DB10-47B0-A73D-1FBF2604EAF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162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3137F-9B62-4F01-92E0-DD0B917787F0}" type="datetimeFigureOut">
              <a:rPr lang="en-US" smtClean="0"/>
              <a:t>14-Jul-25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3C4DE-C0EA-474B-BB7B-C2C2A94CE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708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3137F-9B62-4F01-92E0-DD0B917787F0}" type="datetimeFigureOut">
              <a:rPr lang="en-US" smtClean="0"/>
              <a:t>14-Jul-25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3C4DE-C0EA-474B-BB7B-C2C2A94CE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969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3137F-9B62-4F01-92E0-DD0B917787F0}" type="datetimeFigureOut">
              <a:rPr lang="en-US" smtClean="0"/>
              <a:t>14-Jul-25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3C4DE-C0EA-474B-BB7B-C2C2A94CE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370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3137F-9B62-4F01-92E0-DD0B917787F0}" type="datetimeFigureOut">
              <a:rPr lang="en-US" smtClean="0"/>
              <a:t>14-Jul-25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3C4DE-C0EA-474B-BB7B-C2C2A94CE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069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3137F-9B62-4F01-92E0-DD0B917787F0}" type="datetimeFigureOut">
              <a:rPr lang="en-US" smtClean="0"/>
              <a:t>14-Jul-25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3C4DE-C0EA-474B-BB7B-C2C2A94CE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338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3137F-9B62-4F01-92E0-DD0B917787F0}" type="datetimeFigureOut">
              <a:rPr lang="en-US" smtClean="0"/>
              <a:t>14-Jul-25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3C4DE-C0EA-474B-BB7B-C2C2A94CE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752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3137F-9B62-4F01-92E0-DD0B917787F0}" type="datetimeFigureOut">
              <a:rPr lang="en-US" smtClean="0"/>
              <a:t>14-Jul-25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3C4DE-C0EA-474B-BB7B-C2C2A94CE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598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3137F-9B62-4F01-92E0-DD0B917787F0}" type="datetimeFigureOut">
              <a:rPr lang="en-US" smtClean="0"/>
              <a:t>14-Jul-25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3C4DE-C0EA-474B-BB7B-C2C2A94CE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365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3137F-9B62-4F01-92E0-DD0B917787F0}" type="datetimeFigureOut">
              <a:rPr lang="en-US" smtClean="0"/>
              <a:t>14-Jul-25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3C4DE-C0EA-474B-BB7B-C2C2A94CE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896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3137F-9B62-4F01-92E0-DD0B917787F0}" type="datetimeFigureOut">
              <a:rPr lang="en-US" smtClean="0"/>
              <a:t>14-Jul-25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3C4DE-C0EA-474B-BB7B-C2C2A94CE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697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3137F-9B62-4F01-92E0-DD0B917787F0}" type="datetimeFigureOut">
              <a:rPr lang="en-US" smtClean="0"/>
              <a:t>14-Jul-25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3C4DE-C0EA-474B-BB7B-C2C2A94CE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016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33137F-9B62-4F01-92E0-DD0B917787F0}" type="datetimeFigureOut">
              <a:rPr lang="en-US" smtClean="0"/>
              <a:t>14-Jul-25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23C4DE-C0EA-474B-BB7B-C2C2A94CE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703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8601"/>
            <a:ext cx="7772400" cy="1066799"/>
          </a:xfrm>
        </p:spPr>
        <p:txBody>
          <a:bodyPr>
            <a:normAutofit/>
          </a:bodyPr>
          <a:lstStyle/>
          <a:p>
            <a:r>
              <a:rPr lang="en-US" sz="3600" b="1" dirty="0" err="1" smtClean="0">
                <a:solidFill>
                  <a:srgbClr val="C00000"/>
                </a:solidFill>
              </a:rPr>
              <a:t>መጽሐፍ</a:t>
            </a:r>
            <a:r>
              <a:rPr lang="en-US" sz="3600" b="1" dirty="0" smtClean="0">
                <a:solidFill>
                  <a:srgbClr val="C00000"/>
                </a:solidFill>
              </a:rPr>
              <a:t> </a:t>
            </a:r>
            <a:r>
              <a:rPr lang="en-US" sz="3600" b="1" dirty="0" err="1" smtClean="0">
                <a:solidFill>
                  <a:srgbClr val="C00000"/>
                </a:solidFill>
              </a:rPr>
              <a:t>ቅዱስ</a:t>
            </a:r>
            <a:r>
              <a:rPr lang="en-US" sz="3600" b="1" dirty="0" smtClean="0">
                <a:solidFill>
                  <a:srgbClr val="C00000"/>
                </a:solidFill>
              </a:rPr>
              <a:t> </a:t>
            </a:r>
            <a:r>
              <a:rPr lang="en-US" sz="3600" b="1" dirty="0" err="1" smtClean="0">
                <a:solidFill>
                  <a:srgbClr val="C00000"/>
                </a:solidFill>
              </a:rPr>
              <a:t>እርስ</a:t>
            </a:r>
            <a:r>
              <a:rPr lang="en-US" sz="3600" b="1" dirty="0" smtClean="0">
                <a:solidFill>
                  <a:srgbClr val="C00000"/>
                </a:solidFill>
              </a:rPr>
              <a:t> </a:t>
            </a:r>
            <a:r>
              <a:rPr lang="en-US" sz="3600" b="1" dirty="0" err="1" smtClean="0">
                <a:solidFill>
                  <a:srgbClr val="C00000"/>
                </a:solidFill>
              </a:rPr>
              <a:t>በእርሱ</a:t>
            </a:r>
            <a:r>
              <a:rPr lang="en-US" sz="3600" b="1" dirty="0" smtClean="0">
                <a:solidFill>
                  <a:srgbClr val="C00000"/>
                </a:solidFill>
              </a:rPr>
              <a:t> </a:t>
            </a:r>
            <a:r>
              <a:rPr lang="en-US" sz="3600" b="1" dirty="0" err="1" smtClean="0">
                <a:solidFill>
                  <a:srgbClr val="C00000"/>
                </a:solidFill>
              </a:rPr>
              <a:t>ይጋጫልን</a:t>
            </a:r>
            <a:r>
              <a:rPr lang="en-US" sz="3600" b="1" dirty="0" smtClean="0">
                <a:solidFill>
                  <a:srgbClr val="C00000"/>
                </a:solidFill>
              </a:rPr>
              <a:t>?</a:t>
            </a:r>
            <a:endParaRPr lang="en-US" sz="3600" b="1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1143000"/>
            <a:ext cx="7772400" cy="5486400"/>
          </a:xfrm>
        </p:spPr>
        <p:txBody>
          <a:bodyPr/>
          <a:lstStyle/>
          <a:p>
            <a:endParaRPr lang="en-US" b="1" dirty="0" smtClean="0">
              <a:solidFill>
                <a:srgbClr val="00B050"/>
              </a:solidFill>
              <a:latin typeface="Power Geez Unicode1" panose="00000400000000000000" pitchFamily="2" charset="0"/>
            </a:endParaRPr>
          </a:p>
          <a:p>
            <a:r>
              <a:rPr lang="en-US" b="1" dirty="0" err="1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ክፍል</a:t>
            </a:r>
            <a:r>
              <a:rPr lang="en-US" b="1" dirty="0" smtClean="0">
                <a:solidFill>
                  <a:srgbClr val="00B05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ሶስት</a:t>
            </a:r>
            <a:endParaRPr lang="en-US" b="1" dirty="0" smtClean="0">
              <a:solidFill>
                <a:srgbClr val="00B050"/>
              </a:solidFill>
              <a:latin typeface="Power Geez Unicode1" panose="00000400000000000000" pitchFamily="2" charset="0"/>
            </a:endParaRPr>
          </a:p>
          <a:p>
            <a:endParaRPr lang="en-US" b="1" dirty="0">
              <a:solidFill>
                <a:srgbClr val="00B050"/>
              </a:solidFill>
              <a:latin typeface="Power Geez Unicode1" panose="00000400000000000000" pitchFamily="2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2443163"/>
            <a:ext cx="4267200" cy="4110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44605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457200" y="152400"/>
            <a:ext cx="8229600" cy="12223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533400"/>
            <a:ext cx="8839200" cy="6172200"/>
          </a:xfrm>
        </p:spPr>
        <p:txBody>
          <a:bodyPr>
            <a:normAutofit fontScale="85000" lnSpcReduction="10000"/>
          </a:bodyPr>
          <a:lstStyle/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en-US" b="1" dirty="0" err="1" smtClean="0">
                <a:solidFill>
                  <a:srgbClr val="FF0000"/>
                </a:solidFill>
              </a:rPr>
              <a:t>የኢየሱስ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የዘር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ሐረግ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ግጭት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 err="1" smtClean="0">
                <a:solidFill>
                  <a:srgbClr val="00B050"/>
                </a:solidFill>
              </a:rPr>
              <a:t>ጥያቄ</a:t>
            </a:r>
            <a:r>
              <a:rPr lang="en-US" b="1" dirty="0" smtClean="0">
                <a:solidFill>
                  <a:srgbClr val="00B050"/>
                </a:solidFill>
              </a:rPr>
              <a:t>፡- </a:t>
            </a:r>
            <a:r>
              <a:rPr lang="en-US" b="1" dirty="0" err="1" smtClean="0"/>
              <a:t>ሉቃ</a:t>
            </a:r>
            <a:r>
              <a:rPr lang="en-US" b="1" dirty="0" smtClean="0"/>
              <a:t> 3፡23-38 </a:t>
            </a:r>
            <a:r>
              <a:rPr lang="en-US" b="1" dirty="0" err="1" smtClean="0"/>
              <a:t>እና</a:t>
            </a:r>
            <a:r>
              <a:rPr lang="en-US" b="1" dirty="0" smtClean="0"/>
              <a:t> </a:t>
            </a:r>
            <a:r>
              <a:rPr lang="en-US" b="1" dirty="0" err="1" smtClean="0"/>
              <a:t>ማቴ</a:t>
            </a:r>
            <a:r>
              <a:rPr lang="en-US" b="1" dirty="0" smtClean="0"/>
              <a:t> 1፡1-17 </a:t>
            </a:r>
            <a:r>
              <a:rPr lang="en-US" b="1" dirty="0" err="1" smtClean="0"/>
              <a:t>ሁለት</a:t>
            </a:r>
            <a:r>
              <a:rPr lang="en-US" b="1" dirty="0" smtClean="0"/>
              <a:t> </a:t>
            </a:r>
            <a:r>
              <a:rPr lang="en-US" b="1" dirty="0" err="1" smtClean="0"/>
              <a:t>የተለያየ</a:t>
            </a:r>
            <a:r>
              <a:rPr lang="en-US" b="1" dirty="0" smtClean="0"/>
              <a:t> </a:t>
            </a:r>
            <a:r>
              <a:rPr lang="en-US" b="1" dirty="0" err="1" smtClean="0"/>
              <a:t>አይነት</a:t>
            </a:r>
            <a:r>
              <a:rPr lang="en-US" b="1" dirty="0" smtClean="0"/>
              <a:t> </a:t>
            </a:r>
            <a:r>
              <a:rPr lang="en-US" b="1" dirty="0" err="1" smtClean="0"/>
              <a:t>የዘር</a:t>
            </a:r>
            <a:r>
              <a:rPr lang="en-US" b="1" dirty="0" smtClean="0"/>
              <a:t> </a:t>
            </a:r>
            <a:r>
              <a:rPr lang="en-US" b="1" dirty="0" err="1" smtClean="0"/>
              <a:t>ሐረግ</a:t>
            </a:r>
            <a:r>
              <a:rPr lang="en-US" b="1" dirty="0" smtClean="0"/>
              <a:t> </a:t>
            </a:r>
            <a:r>
              <a:rPr lang="en-US" b="1" dirty="0" err="1" smtClean="0"/>
              <a:t>ይዘዋል</a:t>
            </a:r>
            <a:endParaRPr lang="en-US" b="1" dirty="0" smtClean="0"/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 err="1" smtClean="0">
                <a:solidFill>
                  <a:srgbClr val="00B050"/>
                </a:solidFill>
              </a:rPr>
              <a:t>መልስ</a:t>
            </a:r>
            <a:r>
              <a:rPr lang="en-US" b="1" dirty="0" smtClean="0">
                <a:solidFill>
                  <a:srgbClr val="00B050"/>
                </a:solidFill>
              </a:rPr>
              <a:t>፡- </a:t>
            </a:r>
            <a:r>
              <a:rPr lang="en-US" b="1" dirty="0" err="1" smtClean="0"/>
              <a:t>የዘር</a:t>
            </a:r>
            <a:r>
              <a:rPr lang="en-US" b="1" dirty="0" smtClean="0"/>
              <a:t> </a:t>
            </a:r>
            <a:r>
              <a:rPr lang="en-US" b="1" dirty="0" err="1" smtClean="0"/>
              <a:t>ሐረጉ</a:t>
            </a:r>
            <a:r>
              <a:rPr lang="en-US" b="1" dirty="0" smtClean="0"/>
              <a:t> </a:t>
            </a:r>
            <a:r>
              <a:rPr lang="en-US" b="1" dirty="0" err="1" smtClean="0"/>
              <a:t>የቀረበው</a:t>
            </a:r>
            <a:r>
              <a:rPr lang="en-US" b="1" dirty="0" smtClean="0"/>
              <a:t> </a:t>
            </a:r>
            <a:r>
              <a:rPr lang="en-US" b="1" dirty="0" err="1" smtClean="0"/>
              <a:t>ከአባት</a:t>
            </a:r>
            <a:r>
              <a:rPr lang="en-US" b="1" dirty="0" smtClean="0"/>
              <a:t> (</a:t>
            </a:r>
            <a:r>
              <a:rPr lang="en-US" b="1" dirty="0" err="1" smtClean="0"/>
              <a:t>ከዮሴፍ</a:t>
            </a:r>
            <a:r>
              <a:rPr lang="en-US" b="1" dirty="0" smtClean="0"/>
              <a:t>) </a:t>
            </a:r>
            <a:r>
              <a:rPr lang="en-US" b="1" dirty="0" err="1" smtClean="0"/>
              <a:t>እና</a:t>
            </a:r>
            <a:r>
              <a:rPr lang="en-US" b="1" dirty="0" smtClean="0"/>
              <a:t> </a:t>
            </a:r>
            <a:r>
              <a:rPr lang="en-US" b="1" dirty="0" err="1" smtClean="0"/>
              <a:t>ከእናት</a:t>
            </a:r>
            <a:r>
              <a:rPr lang="en-US" b="1" dirty="0" smtClean="0"/>
              <a:t> (</a:t>
            </a:r>
            <a:r>
              <a:rPr lang="en-US" b="1" dirty="0" err="1" smtClean="0"/>
              <a:t>ማሪያም</a:t>
            </a:r>
            <a:r>
              <a:rPr lang="en-US" b="1" dirty="0" smtClean="0"/>
              <a:t>) </a:t>
            </a:r>
            <a:r>
              <a:rPr lang="en-US" b="1" dirty="0" err="1" smtClean="0"/>
              <a:t>በኩል</a:t>
            </a:r>
            <a:r>
              <a:rPr lang="en-US" b="1" dirty="0" smtClean="0"/>
              <a:t> </a:t>
            </a:r>
            <a:r>
              <a:rPr lang="en-US" b="1" dirty="0" err="1" smtClean="0"/>
              <a:t>ያሉትን</a:t>
            </a:r>
            <a:r>
              <a:rPr lang="en-US" b="1" dirty="0" smtClean="0"/>
              <a:t> </a:t>
            </a:r>
            <a:r>
              <a:rPr lang="en-US" b="1" dirty="0" err="1" smtClean="0"/>
              <a:t>የዘር</a:t>
            </a:r>
            <a:r>
              <a:rPr lang="en-US" b="1" dirty="0" smtClean="0"/>
              <a:t> </a:t>
            </a:r>
            <a:r>
              <a:rPr lang="en-US" b="1" dirty="0" err="1" smtClean="0"/>
              <a:t>ሐረጎችን</a:t>
            </a:r>
            <a:r>
              <a:rPr lang="en-US" b="1" dirty="0" smtClean="0"/>
              <a:t> </a:t>
            </a:r>
            <a:r>
              <a:rPr lang="en-US" b="1" dirty="0" err="1" smtClean="0"/>
              <a:t>ነው</a:t>
            </a:r>
            <a:r>
              <a:rPr lang="en-US" b="1" dirty="0" smtClean="0"/>
              <a:t>፡፡ </a:t>
            </a:r>
            <a:r>
              <a:rPr lang="en-US" b="1" dirty="0" err="1" smtClean="0"/>
              <a:t>ማቴዎስ</a:t>
            </a:r>
            <a:r>
              <a:rPr lang="en-US" b="1" dirty="0" smtClean="0"/>
              <a:t> </a:t>
            </a:r>
            <a:r>
              <a:rPr lang="en-US" b="1" dirty="0" err="1" smtClean="0"/>
              <a:t>የተጻፈው</a:t>
            </a:r>
            <a:r>
              <a:rPr lang="en-US" b="1" dirty="0" smtClean="0"/>
              <a:t> </a:t>
            </a:r>
            <a:r>
              <a:rPr lang="en-US" b="1" dirty="0" err="1" smtClean="0"/>
              <a:t>በዋናነት</a:t>
            </a:r>
            <a:r>
              <a:rPr lang="en-US" b="1" dirty="0" smtClean="0"/>
              <a:t> </a:t>
            </a:r>
            <a:r>
              <a:rPr lang="en-US" b="1" dirty="0" err="1" smtClean="0"/>
              <a:t>ለአይሁዶች</a:t>
            </a:r>
            <a:r>
              <a:rPr lang="en-US" b="1" dirty="0" smtClean="0"/>
              <a:t> </a:t>
            </a:r>
            <a:r>
              <a:rPr lang="en-US" b="1" dirty="0" err="1" smtClean="0"/>
              <a:t>ስለሆነ</a:t>
            </a:r>
            <a:r>
              <a:rPr lang="en-US" b="1" dirty="0" smtClean="0"/>
              <a:t> </a:t>
            </a:r>
            <a:r>
              <a:rPr lang="en-US" b="1" dirty="0" err="1" smtClean="0"/>
              <a:t>ኢየሱስ</a:t>
            </a:r>
            <a:r>
              <a:rPr lang="en-US" b="1" dirty="0" smtClean="0"/>
              <a:t> </a:t>
            </a:r>
            <a:r>
              <a:rPr lang="en-US" b="1" dirty="0" err="1" smtClean="0"/>
              <a:t>በስጋ</a:t>
            </a:r>
            <a:r>
              <a:rPr lang="en-US" b="1" dirty="0" smtClean="0"/>
              <a:t> </a:t>
            </a:r>
            <a:r>
              <a:rPr lang="en-US" b="1" dirty="0" err="1" smtClean="0"/>
              <a:t>የወለደው</a:t>
            </a:r>
            <a:r>
              <a:rPr lang="en-US" b="1" dirty="0" smtClean="0"/>
              <a:t> </a:t>
            </a:r>
            <a:r>
              <a:rPr lang="en-US" b="1" dirty="0" err="1" smtClean="0"/>
              <a:t>አባት</a:t>
            </a:r>
            <a:r>
              <a:rPr lang="en-US" b="1" dirty="0" smtClean="0"/>
              <a:t> </a:t>
            </a:r>
            <a:r>
              <a:rPr lang="en-US" b="1" dirty="0" err="1" smtClean="0"/>
              <a:t>ባይኖረውም</a:t>
            </a:r>
            <a:r>
              <a:rPr lang="en-US" b="1" dirty="0" smtClean="0"/>
              <a:t> </a:t>
            </a:r>
            <a:r>
              <a:rPr lang="en-US" b="1" dirty="0" err="1" smtClean="0"/>
              <a:t>ዮሴፍ</a:t>
            </a:r>
            <a:r>
              <a:rPr lang="en-US" b="1" dirty="0" smtClean="0"/>
              <a:t> </a:t>
            </a:r>
            <a:r>
              <a:rPr lang="en-US" b="1" dirty="0" err="1" smtClean="0"/>
              <a:t>እንደ</a:t>
            </a:r>
            <a:r>
              <a:rPr lang="en-US" b="1" dirty="0" smtClean="0"/>
              <a:t> </a:t>
            </a:r>
            <a:r>
              <a:rPr lang="en-US" b="1" dirty="0" err="1" smtClean="0"/>
              <a:t>አባት</a:t>
            </a:r>
            <a:r>
              <a:rPr lang="en-US" b="1" dirty="0" smtClean="0"/>
              <a:t> </a:t>
            </a:r>
            <a:r>
              <a:rPr lang="en-US" b="1" dirty="0" err="1" smtClean="0"/>
              <a:t>ስለሚቆጠር</a:t>
            </a:r>
            <a:r>
              <a:rPr lang="en-US" b="1" dirty="0" smtClean="0"/>
              <a:t> </a:t>
            </a:r>
            <a:r>
              <a:rPr lang="en-US" b="1" dirty="0" err="1" smtClean="0"/>
              <a:t>በዮሴፍ</a:t>
            </a:r>
            <a:r>
              <a:rPr lang="en-US" b="1" dirty="0" smtClean="0"/>
              <a:t> </a:t>
            </a:r>
            <a:r>
              <a:rPr lang="en-US" b="1" dirty="0" err="1" smtClean="0"/>
              <a:t>በኩል</a:t>
            </a:r>
            <a:r>
              <a:rPr lang="en-US" b="1" dirty="0" smtClean="0"/>
              <a:t> </a:t>
            </a:r>
            <a:r>
              <a:rPr lang="en-US" b="1" dirty="0" err="1" smtClean="0"/>
              <a:t>ያለውን</a:t>
            </a:r>
            <a:r>
              <a:rPr lang="en-US" b="1" dirty="0" smtClean="0"/>
              <a:t> </a:t>
            </a:r>
            <a:r>
              <a:rPr lang="en-US" b="1" dirty="0" err="1" smtClean="0"/>
              <a:t>የዘር</a:t>
            </a:r>
            <a:r>
              <a:rPr lang="en-US" b="1" dirty="0" smtClean="0"/>
              <a:t> </a:t>
            </a:r>
            <a:r>
              <a:rPr lang="en-US" b="1" dirty="0" err="1" smtClean="0"/>
              <a:t>ሐረግ</a:t>
            </a:r>
            <a:r>
              <a:rPr lang="en-US" b="1" dirty="0" smtClean="0"/>
              <a:t> </a:t>
            </a:r>
            <a:r>
              <a:rPr lang="en-US" b="1" dirty="0" err="1" smtClean="0"/>
              <a:t>ተጽፎአል</a:t>
            </a:r>
            <a:r>
              <a:rPr lang="en-US" b="1" dirty="0" smtClean="0"/>
              <a:t>፡፡ </a:t>
            </a:r>
            <a:r>
              <a:rPr lang="en-US" b="1" dirty="0" err="1" smtClean="0"/>
              <a:t>ሉቃስ</a:t>
            </a:r>
            <a:r>
              <a:rPr lang="en-US" b="1" dirty="0" smtClean="0"/>
              <a:t> </a:t>
            </a:r>
            <a:r>
              <a:rPr lang="en-US" b="1" dirty="0" err="1" smtClean="0"/>
              <a:t>ደግሞ</a:t>
            </a:r>
            <a:r>
              <a:rPr lang="en-US" b="1" dirty="0" smtClean="0"/>
              <a:t> </a:t>
            </a:r>
            <a:r>
              <a:rPr lang="en-US" b="1" dirty="0" err="1" smtClean="0"/>
              <a:t>የኢየሱስን</a:t>
            </a:r>
            <a:r>
              <a:rPr lang="en-US" b="1" dirty="0" smtClean="0"/>
              <a:t> </a:t>
            </a:r>
            <a:r>
              <a:rPr lang="en-US" b="1" dirty="0" err="1" smtClean="0"/>
              <a:t>የዘር</a:t>
            </a:r>
            <a:r>
              <a:rPr lang="en-US" b="1" dirty="0" smtClean="0"/>
              <a:t> </a:t>
            </a:r>
            <a:r>
              <a:rPr lang="en-US" b="1" dirty="0" err="1" smtClean="0"/>
              <a:t>ሐረግ</a:t>
            </a:r>
            <a:r>
              <a:rPr lang="en-US" b="1" dirty="0" smtClean="0"/>
              <a:t> </a:t>
            </a:r>
            <a:r>
              <a:rPr lang="en-US" b="1" dirty="0" err="1" smtClean="0"/>
              <a:t>በእናቱ</a:t>
            </a:r>
            <a:r>
              <a:rPr lang="en-US" b="1" dirty="0" smtClean="0"/>
              <a:t> </a:t>
            </a:r>
            <a:r>
              <a:rPr lang="en-US" b="1" dirty="0" err="1" smtClean="0"/>
              <a:t>በኩል</a:t>
            </a:r>
            <a:r>
              <a:rPr lang="en-US" b="1" dirty="0" smtClean="0"/>
              <a:t> </a:t>
            </a:r>
            <a:r>
              <a:rPr lang="en-US" b="1" dirty="0" err="1" smtClean="0"/>
              <a:t>ያለውን</a:t>
            </a:r>
            <a:r>
              <a:rPr lang="en-US" b="1" dirty="0" smtClean="0"/>
              <a:t> </a:t>
            </a:r>
            <a:r>
              <a:rPr lang="en-US" b="1" dirty="0" err="1" smtClean="0"/>
              <a:t>ዝርዝር</a:t>
            </a:r>
            <a:r>
              <a:rPr lang="en-US" b="1" dirty="0" smtClean="0"/>
              <a:t> </a:t>
            </a:r>
            <a:r>
              <a:rPr lang="en-US" b="1" dirty="0" err="1" smtClean="0"/>
              <a:t>የጻፈ</a:t>
            </a:r>
            <a:r>
              <a:rPr lang="en-US" b="1" dirty="0" smtClean="0"/>
              <a:t> </a:t>
            </a:r>
            <a:r>
              <a:rPr lang="en-US" b="1" dirty="0" err="1" smtClean="0"/>
              <a:t>በመሆኑ</a:t>
            </a:r>
            <a:r>
              <a:rPr lang="en-US" b="1" dirty="0" smtClean="0"/>
              <a:t> </a:t>
            </a:r>
            <a:r>
              <a:rPr lang="en-US" b="1" dirty="0" err="1" smtClean="0"/>
              <a:t>ሁለቱም</a:t>
            </a:r>
            <a:r>
              <a:rPr lang="en-US" b="1" dirty="0" smtClean="0"/>
              <a:t> </a:t>
            </a:r>
            <a:r>
              <a:rPr lang="en-US" b="1" dirty="0" err="1" smtClean="0"/>
              <a:t>ጥቅሶች</a:t>
            </a:r>
            <a:r>
              <a:rPr lang="en-US" b="1" dirty="0" smtClean="0"/>
              <a:t> </a:t>
            </a:r>
            <a:r>
              <a:rPr lang="en-US" b="1" dirty="0" err="1" smtClean="0"/>
              <a:t>አይጋጩም</a:t>
            </a:r>
            <a:r>
              <a:rPr lang="en-US" b="1" dirty="0" smtClean="0"/>
              <a:t>፡፡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79347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457200" y="228600"/>
            <a:ext cx="8229600" cy="4603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381000"/>
            <a:ext cx="8915400" cy="6477000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 smtClean="0">
                <a:solidFill>
                  <a:srgbClr val="FF0000"/>
                </a:solidFill>
              </a:rPr>
              <a:t>2. </a:t>
            </a:r>
            <a:r>
              <a:rPr lang="en-US" b="1" dirty="0" err="1" smtClean="0">
                <a:solidFill>
                  <a:srgbClr val="FF0000"/>
                </a:solidFill>
              </a:rPr>
              <a:t>ኢየሱስ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የመጣው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ለአይሁድ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እንጂ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ለአለም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ሁሉ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አይደለም</a:t>
            </a:r>
            <a:endParaRPr lang="en-US" b="1" dirty="0" smtClean="0">
              <a:solidFill>
                <a:srgbClr val="FF0000"/>
              </a:solidFill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/>
              <a:t> </a:t>
            </a:r>
            <a:r>
              <a:rPr lang="en-US" b="1" dirty="0" err="1" smtClean="0">
                <a:solidFill>
                  <a:srgbClr val="00B050"/>
                </a:solidFill>
              </a:rPr>
              <a:t>ጥያቄ</a:t>
            </a:r>
            <a:r>
              <a:rPr lang="en-US" b="1" dirty="0" smtClean="0">
                <a:solidFill>
                  <a:srgbClr val="00B050"/>
                </a:solidFill>
              </a:rPr>
              <a:t>፡- </a:t>
            </a:r>
            <a:r>
              <a:rPr lang="en-US" b="1" dirty="0" err="1" smtClean="0"/>
              <a:t>ማቴ</a:t>
            </a:r>
            <a:r>
              <a:rPr lang="en-US" b="1" dirty="0" smtClean="0"/>
              <a:t> 15፡24 - </a:t>
            </a:r>
            <a:r>
              <a:rPr lang="en-US" b="1" dirty="0" err="1" smtClean="0"/>
              <a:t>ከእስራኤል</a:t>
            </a:r>
            <a:r>
              <a:rPr lang="en-US" b="1" dirty="0" smtClean="0"/>
              <a:t> </a:t>
            </a:r>
            <a:r>
              <a:rPr lang="en-US" b="1" dirty="0" err="1" smtClean="0"/>
              <a:t>ቤት</a:t>
            </a:r>
            <a:r>
              <a:rPr lang="en-US" b="1" dirty="0" smtClean="0"/>
              <a:t> </a:t>
            </a:r>
            <a:r>
              <a:rPr lang="en-US" b="1" dirty="0" err="1" smtClean="0"/>
              <a:t>ለጠፉ</a:t>
            </a:r>
            <a:r>
              <a:rPr lang="en-US" b="1" dirty="0" smtClean="0"/>
              <a:t> </a:t>
            </a:r>
            <a:r>
              <a:rPr lang="en-US" b="1" dirty="0" err="1" smtClean="0"/>
              <a:t>በጎች</a:t>
            </a:r>
            <a:r>
              <a:rPr lang="en-US" b="1" dirty="0" smtClean="0"/>
              <a:t> </a:t>
            </a:r>
            <a:r>
              <a:rPr lang="en-US" b="1" dirty="0" err="1" smtClean="0"/>
              <a:t>በቀር</a:t>
            </a:r>
            <a:r>
              <a:rPr lang="en-US" b="1" dirty="0" smtClean="0"/>
              <a:t> </a:t>
            </a:r>
            <a:r>
              <a:rPr lang="en-US" b="1" dirty="0" err="1" smtClean="0"/>
              <a:t>አልተላክሁም</a:t>
            </a:r>
            <a:r>
              <a:rPr lang="en-US" b="1" dirty="0" smtClean="0"/>
              <a:t> </a:t>
            </a:r>
            <a:r>
              <a:rPr lang="en-US" b="1" dirty="0" err="1" smtClean="0"/>
              <a:t>አለ</a:t>
            </a:r>
            <a:r>
              <a:rPr lang="en-US" b="1" dirty="0" smtClean="0"/>
              <a:t>፡፡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 err="1" smtClean="0">
                <a:solidFill>
                  <a:srgbClr val="00B050"/>
                </a:solidFill>
              </a:rPr>
              <a:t>መልስ</a:t>
            </a:r>
            <a:r>
              <a:rPr lang="en-US" b="1" dirty="0" smtClean="0">
                <a:solidFill>
                  <a:srgbClr val="00B050"/>
                </a:solidFill>
              </a:rPr>
              <a:t>፡- </a:t>
            </a:r>
            <a:r>
              <a:rPr lang="en-US" b="1" dirty="0" err="1" smtClean="0"/>
              <a:t>ከማቴ</a:t>
            </a:r>
            <a:r>
              <a:rPr lang="en-US" b="1" dirty="0" smtClean="0"/>
              <a:t> 15፡21-28 </a:t>
            </a:r>
            <a:r>
              <a:rPr lang="en-US" b="1" dirty="0" err="1" smtClean="0"/>
              <a:t>ያለውን</a:t>
            </a:r>
            <a:r>
              <a:rPr lang="en-US" b="1" dirty="0" smtClean="0"/>
              <a:t> </a:t>
            </a:r>
            <a:r>
              <a:rPr lang="en-US" b="1" dirty="0" err="1" smtClean="0"/>
              <a:t>ክፍል</a:t>
            </a:r>
            <a:r>
              <a:rPr lang="en-US" b="1" dirty="0" smtClean="0"/>
              <a:t> </a:t>
            </a:r>
            <a:r>
              <a:rPr lang="en-US" b="1" dirty="0" err="1" smtClean="0"/>
              <a:t>ስናነብ</a:t>
            </a:r>
            <a:r>
              <a:rPr lang="en-US" b="1" dirty="0" smtClean="0"/>
              <a:t> </a:t>
            </a:r>
            <a:r>
              <a:rPr lang="en-US" b="1" dirty="0" err="1" smtClean="0"/>
              <a:t>ኢየሱስ</a:t>
            </a:r>
            <a:r>
              <a:rPr lang="en-US" b="1" dirty="0" smtClean="0"/>
              <a:t> </a:t>
            </a:r>
            <a:r>
              <a:rPr lang="en-US" b="1" dirty="0" err="1" smtClean="0"/>
              <a:t>ለአህዛብብ</a:t>
            </a:r>
            <a:r>
              <a:rPr lang="en-US" b="1" dirty="0" smtClean="0"/>
              <a:t> </a:t>
            </a:r>
            <a:r>
              <a:rPr lang="en-US" b="1" dirty="0" err="1" smtClean="0"/>
              <a:t>ለእስራኤልም</a:t>
            </a:r>
            <a:r>
              <a:rPr lang="en-US" b="1" dirty="0" smtClean="0"/>
              <a:t> </a:t>
            </a:r>
            <a:r>
              <a:rPr lang="en-US" b="1" dirty="0" err="1" smtClean="0"/>
              <a:t>መድህን</a:t>
            </a:r>
            <a:r>
              <a:rPr lang="en-US" b="1" dirty="0" smtClean="0"/>
              <a:t> </a:t>
            </a:r>
            <a:r>
              <a:rPr lang="en-US" b="1" dirty="0" err="1" smtClean="0"/>
              <a:t>ሆኖ</a:t>
            </a:r>
            <a:r>
              <a:rPr lang="en-US" b="1" dirty="0" smtClean="0"/>
              <a:t> </a:t>
            </a:r>
            <a:r>
              <a:rPr lang="en-US" b="1" dirty="0" err="1" smtClean="0"/>
              <a:t>እንደመጣ</a:t>
            </a:r>
            <a:r>
              <a:rPr lang="en-US" b="1" dirty="0" smtClean="0"/>
              <a:t> </a:t>
            </a:r>
            <a:r>
              <a:rPr lang="en-US" b="1" dirty="0" err="1" smtClean="0"/>
              <a:t>የሚያረጋግጥ</a:t>
            </a:r>
            <a:r>
              <a:rPr lang="en-US" b="1" dirty="0" smtClean="0"/>
              <a:t> </a:t>
            </a:r>
            <a:r>
              <a:rPr lang="en-US" b="1" dirty="0" err="1" smtClean="0"/>
              <a:t>ክፈል</a:t>
            </a:r>
            <a:r>
              <a:rPr lang="en-US" b="1" dirty="0" smtClean="0"/>
              <a:t> </a:t>
            </a:r>
            <a:r>
              <a:rPr lang="en-US" b="1" dirty="0" err="1" smtClean="0"/>
              <a:t>ነው</a:t>
            </a:r>
            <a:r>
              <a:rPr lang="en-US" b="1" dirty="0" smtClean="0"/>
              <a:t> </a:t>
            </a:r>
            <a:r>
              <a:rPr lang="en-US" b="1" dirty="0" err="1" smtClean="0"/>
              <a:t>እንጂ</a:t>
            </a:r>
            <a:r>
              <a:rPr lang="en-US" b="1" dirty="0" smtClean="0"/>
              <a:t> </a:t>
            </a:r>
            <a:r>
              <a:rPr lang="en-US" b="1" dirty="0" err="1" smtClean="0"/>
              <a:t>ለእስራኤል</a:t>
            </a:r>
            <a:r>
              <a:rPr lang="en-US" b="1" dirty="0" smtClean="0"/>
              <a:t> </a:t>
            </a:r>
            <a:r>
              <a:rPr lang="en-US" b="1" dirty="0" err="1" smtClean="0"/>
              <a:t>ብቻ</a:t>
            </a:r>
            <a:r>
              <a:rPr lang="en-US" b="1" dirty="0" smtClean="0"/>
              <a:t> </a:t>
            </a:r>
            <a:r>
              <a:rPr lang="en-US" b="1" dirty="0" err="1" smtClean="0"/>
              <a:t>እንደተላከ</a:t>
            </a:r>
            <a:r>
              <a:rPr lang="en-US" b="1" dirty="0" smtClean="0"/>
              <a:t> </a:t>
            </a:r>
            <a:r>
              <a:rPr lang="en-US" b="1" dirty="0" err="1" smtClean="0"/>
              <a:t>አያስተምርም</a:t>
            </a:r>
            <a:r>
              <a:rPr lang="en-US" b="1" dirty="0" smtClean="0"/>
              <a:t>፡፡ </a:t>
            </a:r>
            <a:r>
              <a:rPr lang="en-US" b="1" dirty="0" err="1" smtClean="0"/>
              <a:t>ከላለለና</a:t>
            </a:r>
            <a:r>
              <a:rPr lang="en-US" b="1" dirty="0" smtClean="0"/>
              <a:t> </a:t>
            </a:r>
            <a:r>
              <a:rPr lang="en-US" b="1" dirty="0" err="1" smtClean="0"/>
              <a:t>ከታች</a:t>
            </a:r>
            <a:r>
              <a:rPr lang="en-US" b="1" dirty="0" smtClean="0"/>
              <a:t> </a:t>
            </a:r>
            <a:r>
              <a:rPr lang="en-US" b="1" dirty="0" err="1" smtClean="0"/>
              <a:t>ያለውን</a:t>
            </a:r>
            <a:r>
              <a:rPr lang="en-US" b="1" dirty="0" smtClean="0"/>
              <a:t> </a:t>
            </a:r>
            <a:r>
              <a:rPr lang="en-US" b="1" dirty="0" err="1" smtClean="0"/>
              <a:t>ክፍል</a:t>
            </a:r>
            <a:r>
              <a:rPr lang="en-US" b="1" dirty="0" smtClean="0"/>
              <a:t> (</a:t>
            </a:r>
            <a:r>
              <a:rPr lang="en-US" b="1" dirty="0" err="1" smtClean="0"/>
              <a:t>አውዱን</a:t>
            </a:r>
            <a:r>
              <a:rPr lang="en-US" b="1" dirty="0" smtClean="0"/>
              <a:t>) </a:t>
            </a:r>
            <a:r>
              <a:rPr lang="en-US" b="1" dirty="0" err="1" smtClean="0"/>
              <a:t>ስንመለከት</a:t>
            </a:r>
            <a:r>
              <a:rPr lang="en-US" b="1" dirty="0" smtClean="0"/>
              <a:t> </a:t>
            </a:r>
            <a:r>
              <a:rPr lang="en-US" b="1" dirty="0" err="1" smtClean="0"/>
              <a:t>የኢየሱስ</a:t>
            </a:r>
            <a:r>
              <a:rPr lang="en-US" b="1" dirty="0" smtClean="0"/>
              <a:t> </a:t>
            </a:r>
            <a:r>
              <a:rPr lang="en-US" b="1" dirty="0" err="1" smtClean="0"/>
              <a:t>አለማቀፋዊ</a:t>
            </a:r>
            <a:r>
              <a:rPr lang="en-US" b="1" dirty="0" smtClean="0"/>
              <a:t> </a:t>
            </a:r>
            <a:r>
              <a:rPr lang="en-US" b="1" dirty="0" err="1" smtClean="0"/>
              <a:t>የማዳን</a:t>
            </a:r>
            <a:r>
              <a:rPr lang="en-US" b="1" dirty="0" smtClean="0"/>
              <a:t> </a:t>
            </a:r>
            <a:r>
              <a:rPr lang="en-US" b="1" dirty="0" err="1" smtClean="0"/>
              <a:t>አገልግሎት</a:t>
            </a:r>
            <a:r>
              <a:rPr lang="en-US" b="1" dirty="0" smtClean="0"/>
              <a:t> </a:t>
            </a:r>
            <a:r>
              <a:rPr lang="en-US" b="1" dirty="0" err="1" smtClean="0"/>
              <a:t>ያመለክታል</a:t>
            </a:r>
            <a:r>
              <a:rPr lang="en-US" b="1" dirty="0" smtClean="0"/>
              <a:t>፡፡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66510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719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609600"/>
            <a:ext cx="8915400" cy="6096000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lnSpc>
                <a:spcPct val="170000"/>
              </a:lnSpc>
              <a:buNone/>
            </a:pPr>
            <a:r>
              <a:rPr lang="en-US" b="1" dirty="0" smtClean="0">
                <a:solidFill>
                  <a:srgbClr val="FF0000"/>
                </a:solidFill>
              </a:rPr>
              <a:t>3. </a:t>
            </a:r>
            <a:r>
              <a:rPr lang="en-US" b="1" dirty="0" err="1" smtClean="0">
                <a:solidFill>
                  <a:srgbClr val="FF0000"/>
                </a:solidFill>
              </a:rPr>
              <a:t>ኢያሱ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የከነአንን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ምድር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ሁሉ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ወርሶ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ነበር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ወይስ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አልወረሰም</a:t>
            </a:r>
            <a:r>
              <a:rPr lang="en-US" b="1" dirty="0" smtClean="0">
                <a:solidFill>
                  <a:srgbClr val="FF0000"/>
                </a:solidFill>
              </a:rPr>
              <a:t>?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b="1" dirty="0" err="1" smtClean="0">
                <a:solidFill>
                  <a:srgbClr val="00B050"/>
                </a:solidFill>
              </a:rPr>
              <a:t>ጥያቄ</a:t>
            </a:r>
            <a:r>
              <a:rPr lang="en-US" b="1" dirty="0" smtClean="0">
                <a:solidFill>
                  <a:srgbClr val="00B050"/>
                </a:solidFill>
              </a:rPr>
              <a:t>፡- </a:t>
            </a:r>
            <a:r>
              <a:rPr lang="en-US" b="1" dirty="0" err="1" smtClean="0"/>
              <a:t>ኢያሱ</a:t>
            </a:r>
            <a:r>
              <a:rPr lang="en-US" b="1" dirty="0" smtClean="0"/>
              <a:t> 2፡24 </a:t>
            </a:r>
            <a:r>
              <a:rPr lang="en-US" b="1" dirty="0" err="1" smtClean="0"/>
              <a:t>ላይ</a:t>
            </a:r>
            <a:r>
              <a:rPr lang="en-US" b="1" dirty="0" smtClean="0"/>
              <a:t> </a:t>
            </a:r>
            <a:r>
              <a:rPr lang="en-US" b="1" dirty="0" err="1" smtClean="0"/>
              <a:t>እግዚአብሄር</a:t>
            </a:r>
            <a:r>
              <a:rPr lang="en-US" b="1" dirty="0" smtClean="0"/>
              <a:t> </a:t>
            </a:r>
            <a:r>
              <a:rPr lang="en-US" b="1" dirty="0" err="1" smtClean="0"/>
              <a:t>ምድሪቱን</a:t>
            </a:r>
            <a:r>
              <a:rPr lang="en-US" b="1" dirty="0" smtClean="0"/>
              <a:t> </a:t>
            </a:r>
            <a:r>
              <a:rPr lang="en-US" b="1" dirty="0" err="1" smtClean="0"/>
              <a:t>አሳልፎ</a:t>
            </a:r>
            <a:r>
              <a:rPr lang="en-US" b="1" dirty="0" smtClean="0"/>
              <a:t> </a:t>
            </a:r>
            <a:r>
              <a:rPr lang="en-US" b="1" dirty="0" err="1" smtClean="0"/>
              <a:t>ለእስራኤላዊያን</a:t>
            </a:r>
            <a:r>
              <a:rPr lang="en-US" b="1" dirty="0" smtClean="0"/>
              <a:t> </a:t>
            </a:r>
            <a:r>
              <a:rPr lang="en-US" b="1" dirty="0" err="1" smtClean="0"/>
              <a:t>ሰጠ</a:t>
            </a:r>
            <a:r>
              <a:rPr lang="en-US" b="1" dirty="0" smtClean="0"/>
              <a:t> </a:t>
            </a:r>
            <a:r>
              <a:rPr lang="en-US" b="1" dirty="0" err="1" smtClean="0"/>
              <a:t>ሲል</a:t>
            </a:r>
            <a:r>
              <a:rPr lang="en-US" b="1" dirty="0" smtClean="0"/>
              <a:t> </a:t>
            </a:r>
            <a:r>
              <a:rPr lang="en-US" b="1" dirty="0" err="1" smtClean="0"/>
              <a:t>ኢያሱ</a:t>
            </a:r>
            <a:r>
              <a:rPr lang="en-US" b="1" dirty="0" smtClean="0"/>
              <a:t> 13፡1 </a:t>
            </a:r>
            <a:r>
              <a:rPr lang="en-US" b="1" dirty="0" err="1" smtClean="0"/>
              <a:t>ላየወ</a:t>
            </a:r>
            <a:r>
              <a:rPr lang="en-US" b="1" dirty="0" smtClean="0"/>
              <a:t> </a:t>
            </a:r>
            <a:r>
              <a:rPr lang="en-US" b="1" dirty="0" err="1" smtClean="0"/>
              <a:t>ገና</a:t>
            </a:r>
            <a:r>
              <a:rPr lang="en-US" b="1" dirty="0" smtClean="0"/>
              <a:t> </a:t>
            </a:r>
            <a:r>
              <a:rPr lang="en-US" b="1" dirty="0" err="1" smtClean="0"/>
              <a:t>ያልተወረሰ</a:t>
            </a:r>
            <a:r>
              <a:rPr lang="en-US" b="1" dirty="0" smtClean="0"/>
              <a:t> </a:t>
            </a:r>
            <a:r>
              <a:rPr lang="en-US" b="1" dirty="0" err="1" smtClean="0"/>
              <a:t>ምድር</a:t>
            </a:r>
            <a:r>
              <a:rPr lang="en-US" b="1" dirty="0" smtClean="0"/>
              <a:t> </a:t>
            </a:r>
            <a:r>
              <a:rPr lang="en-US" b="1" dirty="0" err="1" smtClean="0"/>
              <a:t>አለ</a:t>
            </a:r>
            <a:r>
              <a:rPr lang="en-US" b="1" dirty="0" smtClean="0"/>
              <a:t> </a:t>
            </a:r>
            <a:r>
              <a:rPr lang="en-US" b="1" dirty="0" err="1" smtClean="0"/>
              <a:t>ይላል</a:t>
            </a:r>
            <a:r>
              <a:rPr lang="en-US" b="1" dirty="0" smtClean="0"/>
              <a:t>፡፡ </a:t>
            </a:r>
            <a:r>
              <a:rPr lang="en-US" b="1" dirty="0" err="1" smtClean="0"/>
              <a:t>ስለዚህ</a:t>
            </a:r>
            <a:r>
              <a:rPr lang="en-US" b="1" dirty="0" smtClean="0"/>
              <a:t> </a:t>
            </a:r>
            <a:r>
              <a:rPr lang="en-US" b="1" dirty="0" err="1" smtClean="0"/>
              <a:t>የትኛው</a:t>
            </a:r>
            <a:r>
              <a:rPr lang="en-US" b="1" dirty="0" smtClean="0"/>
              <a:t> </a:t>
            </a:r>
            <a:r>
              <a:rPr lang="en-US" b="1" dirty="0" err="1" smtClean="0"/>
              <a:t>ትክከል</a:t>
            </a:r>
            <a:r>
              <a:rPr lang="en-US" b="1" dirty="0" smtClean="0"/>
              <a:t> </a:t>
            </a:r>
            <a:r>
              <a:rPr lang="en-US" b="1" dirty="0" err="1" smtClean="0"/>
              <a:t>ነው</a:t>
            </a:r>
            <a:r>
              <a:rPr lang="en-US" b="1" dirty="0" smtClean="0"/>
              <a:t>?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b="1" dirty="0" smtClean="0">
                <a:solidFill>
                  <a:srgbClr val="00B050"/>
                </a:solidFill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</a:rPr>
              <a:t>መልስ</a:t>
            </a:r>
            <a:r>
              <a:rPr lang="en-US" b="1" dirty="0" smtClean="0">
                <a:solidFill>
                  <a:srgbClr val="00B050"/>
                </a:solidFill>
              </a:rPr>
              <a:t>፡- </a:t>
            </a:r>
            <a:r>
              <a:rPr lang="en-US" b="1" dirty="0" err="1" smtClean="0"/>
              <a:t>በኢያሱ</a:t>
            </a:r>
            <a:r>
              <a:rPr lang="en-US" b="1" dirty="0" smtClean="0"/>
              <a:t> 2፡24 </a:t>
            </a:r>
            <a:r>
              <a:rPr lang="en-US" b="1" dirty="0" err="1" smtClean="0"/>
              <a:t>ለስለላ</a:t>
            </a:r>
            <a:r>
              <a:rPr lang="en-US" b="1" dirty="0" smtClean="0"/>
              <a:t> </a:t>
            </a:r>
            <a:r>
              <a:rPr lang="en-US" b="1" dirty="0" err="1" smtClean="0"/>
              <a:t>የተላኩ</a:t>
            </a:r>
            <a:r>
              <a:rPr lang="en-US" b="1" dirty="0" smtClean="0"/>
              <a:t> </a:t>
            </a:r>
            <a:r>
              <a:rPr lang="en-US" b="1" dirty="0" err="1" smtClean="0"/>
              <a:t>ሁለት</a:t>
            </a:r>
            <a:r>
              <a:rPr lang="en-US" b="1" dirty="0" smtClean="0"/>
              <a:t> </a:t>
            </a:r>
            <a:r>
              <a:rPr lang="en-US" b="1" dirty="0" err="1" smtClean="0"/>
              <a:t>ሰዎች</a:t>
            </a:r>
            <a:r>
              <a:rPr lang="en-US" b="1" dirty="0" smtClean="0"/>
              <a:t> </a:t>
            </a:r>
            <a:r>
              <a:rPr lang="en-US" b="1" dirty="0" err="1" smtClean="0"/>
              <a:t>ከስለላ</a:t>
            </a:r>
            <a:r>
              <a:rPr lang="en-US" b="1" dirty="0" smtClean="0"/>
              <a:t> </a:t>
            </a:r>
            <a:r>
              <a:rPr lang="en-US" b="1" dirty="0" err="1" smtClean="0"/>
              <a:t>ጉዞ</a:t>
            </a:r>
            <a:r>
              <a:rPr lang="en-US" b="1" dirty="0" smtClean="0"/>
              <a:t> </a:t>
            </a:r>
            <a:r>
              <a:rPr lang="en-US" b="1" dirty="0" err="1" smtClean="0"/>
              <a:t>ሲመለሱ</a:t>
            </a:r>
            <a:r>
              <a:rPr lang="en-US" b="1" dirty="0" smtClean="0"/>
              <a:t> </a:t>
            </a:r>
            <a:r>
              <a:rPr lang="en-US" b="1" dirty="0" err="1" smtClean="0"/>
              <a:t>ለኢያሱ</a:t>
            </a:r>
            <a:r>
              <a:rPr lang="en-US" b="1" dirty="0" smtClean="0"/>
              <a:t> </a:t>
            </a:r>
            <a:r>
              <a:rPr lang="en-US" b="1" dirty="0" err="1" smtClean="0"/>
              <a:t>በአምነት</a:t>
            </a:r>
            <a:r>
              <a:rPr lang="en-US" b="1" dirty="0" smtClean="0"/>
              <a:t> </a:t>
            </a:r>
            <a:r>
              <a:rPr lang="en-US" b="1" dirty="0" err="1" smtClean="0"/>
              <a:t>ተሞልተው</a:t>
            </a:r>
            <a:r>
              <a:rPr lang="en-US" b="1" dirty="0" smtClean="0"/>
              <a:t> </a:t>
            </a:r>
            <a:r>
              <a:rPr lang="en-US" b="1" dirty="0" err="1" smtClean="0"/>
              <a:t>እግዚአብሄር</a:t>
            </a:r>
            <a:r>
              <a:rPr lang="en-US" b="1" dirty="0" smtClean="0"/>
              <a:t> </a:t>
            </a:r>
            <a:r>
              <a:rPr lang="en-US" b="1" dirty="0" err="1" smtClean="0"/>
              <a:t>ምድሪቱን</a:t>
            </a:r>
            <a:r>
              <a:rPr lang="en-US" b="1" dirty="0" smtClean="0"/>
              <a:t> </a:t>
            </a:r>
            <a:r>
              <a:rPr lang="en-US" b="1" dirty="0" err="1" smtClean="0"/>
              <a:t>አሳልፎ</a:t>
            </a:r>
            <a:r>
              <a:rPr lang="en-US" b="1" dirty="0" smtClean="0"/>
              <a:t> </a:t>
            </a:r>
            <a:r>
              <a:rPr lang="en-US" b="1" dirty="0" err="1" smtClean="0"/>
              <a:t>ሰቶናል</a:t>
            </a:r>
            <a:r>
              <a:rPr lang="en-US" b="1" dirty="0" smtClean="0"/>
              <a:t> </a:t>
            </a:r>
            <a:r>
              <a:rPr lang="en-US" b="1" dirty="0" err="1" smtClean="0"/>
              <a:t>ሲሉ</a:t>
            </a:r>
            <a:r>
              <a:rPr lang="en-US" b="1" dirty="0" smtClean="0"/>
              <a:t> </a:t>
            </a:r>
            <a:r>
              <a:rPr lang="en-US" b="1" dirty="0" err="1" smtClean="0"/>
              <a:t>ተናገሩ</a:t>
            </a:r>
            <a:r>
              <a:rPr lang="en-US" b="1" dirty="0" smtClean="0"/>
              <a:t>፡፡ </a:t>
            </a:r>
            <a:r>
              <a:rPr lang="en-US" b="1" dirty="0" err="1" smtClean="0"/>
              <a:t>ነገር</a:t>
            </a:r>
            <a:r>
              <a:rPr lang="en-US" b="1" dirty="0" smtClean="0"/>
              <a:t> </a:t>
            </a:r>
            <a:r>
              <a:rPr lang="en-US" b="1" dirty="0" err="1" smtClean="0"/>
              <a:t>ግን</a:t>
            </a:r>
            <a:r>
              <a:rPr lang="en-US" b="1" dirty="0" smtClean="0"/>
              <a:t> በ13፡1 </a:t>
            </a:r>
            <a:r>
              <a:rPr lang="en-US" b="1" dirty="0" err="1" smtClean="0"/>
              <a:t>ላይ</a:t>
            </a:r>
            <a:r>
              <a:rPr lang="en-US" b="1" dirty="0" smtClean="0"/>
              <a:t> </a:t>
            </a:r>
            <a:r>
              <a:rPr lang="en-US" b="1" dirty="0" err="1" smtClean="0"/>
              <a:t>እስራኤላዊያን</a:t>
            </a:r>
            <a:r>
              <a:rPr lang="en-US" b="1" dirty="0" smtClean="0"/>
              <a:t> </a:t>
            </a:r>
            <a:r>
              <a:rPr lang="en-US" b="1" dirty="0" err="1" smtClean="0"/>
              <a:t>የከነአንን</a:t>
            </a:r>
            <a:r>
              <a:rPr lang="en-US" b="1" dirty="0" smtClean="0"/>
              <a:t> </a:t>
            </a:r>
            <a:r>
              <a:rPr lang="en-US" b="1" dirty="0" err="1" smtClean="0"/>
              <a:t>ምድር</a:t>
            </a:r>
            <a:r>
              <a:rPr lang="en-US" b="1" dirty="0" smtClean="0"/>
              <a:t> </a:t>
            </a:r>
            <a:r>
              <a:rPr lang="en-US" b="1" dirty="0" err="1" smtClean="0"/>
              <a:t>እንደወረሱ</a:t>
            </a:r>
            <a:r>
              <a:rPr lang="en-US" b="1" dirty="0" smtClean="0"/>
              <a:t> </a:t>
            </a:r>
            <a:r>
              <a:rPr lang="en-US" b="1" dirty="0" err="1" smtClean="0"/>
              <a:t>ነገር</a:t>
            </a:r>
            <a:r>
              <a:rPr lang="en-US" b="1" dirty="0" smtClean="0"/>
              <a:t> </a:t>
            </a:r>
            <a:r>
              <a:rPr lang="en-US" b="1" dirty="0" err="1" smtClean="0"/>
              <a:t>ግን</a:t>
            </a:r>
            <a:r>
              <a:rPr lang="en-US" b="1" dirty="0" smtClean="0"/>
              <a:t> </a:t>
            </a:r>
            <a:r>
              <a:rPr lang="en-US" b="1" dirty="0" err="1" smtClean="0"/>
              <a:t>በአንዳንድ</a:t>
            </a:r>
            <a:r>
              <a:rPr lang="en-US" b="1" dirty="0" smtClean="0"/>
              <a:t> </a:t>
            </a:r>
            <a:r>
              <a:rPr lang="en-US" b="1" dirty="0" err="1" smtClean="0"/>
              <a:t>ቦታዎች</a:t>
            </a:r>
            <a:r>
              <a:rPr lang="en-US" b="1" dirty="0" smtClean="0"/>
              <a:t> </a:t>
            </a:r>
            <a:r>
              <a:rPr lang="en-US" b="1" dirty="0" err="1" smtClean="0"/>
              <a:t>የነበሩ</a:t>
            </a:r>
            <a:r>
              <a:rPr lang="en-US" b="1" dirty="0" smtClean="0"/>
              <a:t> </a:t>
            </a:r>
            <a:r>
              <a:rPr lang="en-US" b="1" dirty="0" err="1" smtClean="0"/>
              <a:t>የከነአን</a:t>
            </a:r>
            <a:r>
              <a:rPr lang="en-US" b="1" dirty="0" smtClean="0"/>
              <a:t> </a:t>
            </a:r>
            <a:r>
              <a:rPr lang="en-US" b="1" dirty="0" err="1" smtClean="0"/>
              <a:t>ሰዎች</a:t>
            </a:r>
            <a:r>
              <a:rPr lang="en-US" b="1" dirty="0" smtClean="0"/>
              <a:t> </a:t>
            </a:r>
            <a:r>
              <a:rPr lang="en-US" b="1" dirty="0" err="1" smtClean="0"/>
              <a:t>እንደነበሩ</a:t>
            </a:r>
            <a:r>
              <a:rPr lang="en-US" b="1" dirty="0" smtClean="0"/>
              <a:t> </a:t>
            </a:r>
            <a:r>
              <a:rPr lang="en-US" b="1" dirty="0" err="1" smtClean="0"/>
              <a:t>ይገልጻል</a:t>
            </a:r>
            <a:r>
              <a:rPr lang="en-US" b="1" dirty="0" smtClean="0"/>
              <a:t>፡፡ </a:t>
            </a:r>
            <a:r>
              <a:rPr lang="en-US" b="1" dirty="0" err="1" smtClean="0"/>
              <a:t>ስለዚህ</a:t>
            </a:r>
            <a:r>
              <a:rPr lang="en-US" b="1" dirty="0" smtClean="0"/>
              <a:t> </a:t>
            </a:r>
            <a:r>
              <a:rPr lang="en-US" b="1" dirty="0" err="1" smtClean="0"/>
              <a:t>የመጀመሪያው</a:t>
            </a:r>
            <a:r>
              <a:rPr lang="en-US" b="1" dirty="0" smtClean="0"/>
              <a:t> </a:t>
            </a:r>
            <a:r>
              <a:rPr lang="en-US" b="1" dirty="0" err="1" smtClean="0"/>
              <a:t>በእግዚአብሄር</a:t>
            </a:r>
            <a:r>
              <a:rPr lang="en-US" b="1" dirty="0" smtClean="0"/>
              <a:t> </a:t>
            </a:r>
            <a:r>
              <a:rPr lang="en-US" b="1" dirty="0" err="1" smtClean="0"/>
              <a:t>ተማምነው</a:t>
            </a:r>
            <a:r>
              <a:rPr lang="en-US" b="1" dirty="0" smtClean="0"/>
              <a:t> </a:t>
            </a:r>
            <a:r>
              <a:rPr lang="en-US" b="1" dirty="0" err="1" smtClean="0"/>
              <a:t>የተናገሩት</a:t>
            </a:r>
            <a:r>
              <a:rPr lang="en-US" b="1" dirty="0" smtClean="0"/>
              <a:t> </a:t>
            </a:r>
            <a:r>
              <a:rPr lang="en-US" b="1" dirty="0" err="1" smtClean="0"/>
              <a:t>የእምነት</a:t>
            </a:r>
            <a:r>
              <a:rPr lang="en-US" b="1" dirty="0" smtClean="0"/>
              <a:t> </a:t>
            </a:r>
            <a:r>
              <a:rPr lang="en-US" b="1" dirty="0" err="1" smtClean="0"/>
              <a:t>ቃል</a:t>
            </a:r>
            <a:r>
              <a:rPr lang="en-US" b="1" dirty="0" smtClean="0"/>
              <a:t> </a:t>
            </a:r>
            <a:r>
              <a:rPr lang="en-US" b="1" dirty="0" err="1" smtClean="0"/>
              <a:t>ሲሆን</a:t>
            </a:r>
            <a:r>
              <a:rPr lang="en-US" b="1" dirty="0" smtClean="0"/>
              <a:t> </a:t>
            </a:r>
            <a:r>
              <a:rPr lang="en-US" b="1" dirty="0" err="1" smtClean="0"/>
              <a:t>ሁለተኛው</a:t>
            </a:r>
            <a:r>
              <a:rPr lang="en-US" b="1" dirty="0" smtClean="0"/>
              <a:t> </a:t>
            </a:r>
            <a:r>
              <a:rPr lang="en-US" b="1" dirty="0" err="1" smtClean="0"/>
              <a:t>ምድሪቱን</a:t>
            </a:r>
            <a:r>
              <a:rPr lang="en-US" b="1" dirty="0" smtClean="0"/>
              <a:t> </a:t>
            </a:r>
            <a:r>
              <a:rPr lang="en-US" b="1" dirty="0" err="1" smtClean="0"/>
              <a:t>ከወረሱ</a:t>
            </a:r>
            <a:r>
              <a:rPr lang="en-US" b="1" dirty="0" smtClean="0"/>
              <a:t> </a:t>
            </a:r>
            <a:r>
              <a:rPr lang="en-US" b="1" dirty="0" err="1" smtClean="0"/>
              <a:t>በኃላ</a:t>
            </a:r>
            <a:r>
              <a:rPr lang="en-US" b="1" dirty="0" smtClean="0"/>
              <a:t> </a:t>
            </a:r>
            <a:r>
              <a:rPr lang="en-US" b="1" dirty="0" err="1" smtClean="0"/>
              <a:t>የሆነውን</a:t>
            </a:r>
            <a:r>
              <a:rPr lang="en-US" b="1" dirty="0" smtClean="0"/>
              <a:t> </a:t>
            </a:r>
            <a:r>
              <a:rPr lang="en-US" b="1" dirty="0" err="1" smtClean="0"/>
              <a:t>ኩነት</a:t>
            </a:r>
            <a:r>
              <a:rPr lang="en-US" b="1" dirty="0" smtClean="0"/>
              <a:t> </a:t>
            </a:r>
            <a:r>
              <a:rPr lang="en-US" b="1" dirty="0" err="1" smtClean="0"/>
              <a:t>ይነግረናል</a:t>
            </a:r>
            <a:r>
              <a:rPr lang="en-US" b="1" dirty="0" smtClean="0"/>
              <a:t> </a:t>
            </a:r>
            <a:r>
              <a:rPr lang="en-US" b="1" dirty="0" err="1" smtClean="0"/>
              <a:t>እንጂ</a:t>
            </a:r>
            <a:r>
              <a:rPr lang="en-US" b="1" dirty="0" smtClean="0"/>
              <a:t> </a:t>
            </a:r>
            <a:r>
              <a:rPr lang="en-US" b="1" dirty="0" err="1" smtClean="0"/>
              <a:t>ሁለቱ</a:t>
            </a:r>
            <a:r>
              <a:rPr lang="en-US" b="1" dirty="0" smtClean="0"/>
              <a:t> </a:t>
            </a:r>
            <a:r>
              <a:rPr lang="en-US" b="1" dirty="0" err="1" smtClean="0"/>
              <a:t>ጥቅሶች</a:t>
            </a:r>
            <a:r>
              <a:rPr lang="en-US" b="1" dirty="0" smtClean="0"/>
              <a:t> </a:t>
            </a:r>
            <a:r>
              <a:rPr lang="en-US" b="1" dirty="0" err="1" smtClean="0"/>
              <a:t>አይጋጩም</a:t>
            </a:r>
            <a:r>
              <a:rPr lang="en-US" b="1" dirty="0" smtClean="0"/>
              <a:t>፡፡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6275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457200" y="152400"/>
            <a:ext cx="8229600" cy="12223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228600"/>
            <a:ext cx="8839200" cy="6629400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lnSpc>
                <a:spcPct val="160000"/>
              </a:lnSpc>
              <a:buNone/>
            </a:pPr>
            <a:r>
              <a:rPr lang="en-US" sz="4500" b="1" dirty="0" smtClean="0">
                <a:solidFill>
                  <a:srgbClr val="FF0000"/>
                </a:solidFill>
              </a:rPr>
              <a:t>4. </a:t>
            </a:r>
            <a:r>
              <a:rPr lang="en-US" sz="4500" b="1" dirty="0" err="1" smtClean="0">
                <a:solidFill>
                  <a:srgbClr val="FF0000"/>
                </a:solidFill>
              </a:rPr>
              <a:t>ሳኦል</a:t>
            </a:r>
            <a:r>
              <a:rPr lang="en-US" sz="4500" b="1" dirty="0" smtClean="0">
                <a:solidFill>
                  <a:srgbClr val="FF0000"/>
                </a:solidFill>
              </a:rPr>
              <a:t> </a:t>
            </a:r>
            <a:r>
              <a:rPr lang="en-US" sz="4500" b="1" dirty="0" err="1" smtClean="0">
                <a:solidFill>
                  <a:srgbClr val="FF0000"/>
                </a:solidFill>
              </a:rPr>
              <a:t>እግዚአብሄርን</a:t>
            </a:r>
            <a:r>
              <a:rPr lang="en-US" sz="4500" b="1" dirty="0" smtClean="0">
                <a:solidFill>
                  <a:srgbClr val="FF0000"/>
                </a:solidFill>
              </a:rPr>
              <a:t> </a:t>
            </a:r>
            <a:r>
              <a:rPr lang="en-US" sz="4500" b="1" dirty="0" err="1" smtClean="0">
                <a:solidFill>
                  <a:srgbClr val="FF0000"/>
                </a:solidFill>
              </a:rPr>
              <a:t>ጠይቆአል</a:t>
            </a:r>
            <a:r>
              <a:rPr lang="en-US" sz="4500" b="1" dirty="0" smtClean="0">
                <a:solidFill>
                  <a:srgbClr val="FF0000"/>
                </a:solidFill>
              </a:rPr>
              <a:t> </a:t>
            </a:r>
            <a:r>
              <a:rPr lang="en-US" sz="4500" b="1" dirty="0" err="1" smtClean="0">
                <a:solidFill>
                  <a:srgbClr val="FF0000"/>
                </a:solidFill>
              </a:rPr>
              <a:t>ወይስ</a:t>
            </a:r>
            <a:r>
              <a:rPr lang="en-US" sz="4500" b="1" dirty="0" smtClean="0">
                <a:solidFill>
                  <a:srgbClr val="FF0000"/>
                </a:solidFill>
              </a:rPr>
              <a:t> </a:t>
            </a:r>
            <a:r>
              <a:rPr lang="en-US" sz="4500" b="1" dirty="0" err="1" smtClean="0">
                <a:solidFill>
                  <a:srgbClr val="FF0000"/>
                </a:solidFill>
              </a:rPr>
              <a:t>አልጠየቀም</a:t>
            </a:r>
            <a:r>
              <a:rPr lang="en-US" sz="4500" b="1" dirty="0" smtClean="0">
                <a:solidFill>
                  <a:srgbClr val="FF0000"/>
                </a:solidFill>
              </a:rPr>
              <a:t>?</a:t>
            </a:r>
          </a:p>
          <a:p>
            <a:pPr marL="0" indent="0" algn="just">
              <a:lnSpc>
                <a:spcPct val="160000"/>
              </a:lnSpc>
              <a:buNone/>
            </a:pPr>
            <a:r>
              <a:rPr lang="en-US" b="1" dirty="0" err="1" smtClean="0">
                <a:solidFill>
                  <a:srgbClr val="00B050"/>
                </a:solidFill>
              </a:rPr>
              <a:t>ጥያቄ</a:t>
            </a:r>
            <a:r>
              <a:rPr lang="en-US" b="1" dirty="0" smtClean="0">
                <a:solidFill>
                  <a:srgbClr val="00B050"/>
                </a:solidFill>
              </a:rPr>
              <a:t>፡- </a:t>
            </a:r>
            <a:r>
              <a:rPr lang="en-US" b="1" dirty="0" smtClean="0"/>
              <a:t>በ1ኛ </a:t>
            </a:r>
            <a:r>
              <a:rPr lang="en-US" b="1" dirty="0" err="1" smtClean="0"/>
              <a:t>ሳሙ</a:t>
            </a:r>
            <a:r>
              <a:rPr lang="en-US" b="1" dirty="0" smtClean="0"/>
              <a:t> 28፡6 </a:t>
            </a:r>
            <a:r>
              <a:rPr lang="en-US" b="1" dirty="0" err="1" smtClean="0"/>
              <a:t>ሳኦል</a:t>
            </a:r>
            <a:r>
              <a:rPr lang="en-US" b="1" dirty="0" smtClean="0"/>
              <a:t> </a:t>
            </a:r>
            <a:r>
              <a:rPr lang="en-US" b="1" dirty="0" err="1" smtClean="0"/>
              <a:t>እግዚአብሄርን</a:t>
            </a:r>
            <a:r>
              <a:rPr lang="en-US" b="1" dirty="0" smtClean="0"/>
              <a:t> </a:t>
            </a:r>
            <a:r>
              <a:rPr lang="en-US" b="1" dirty="0" err="1" smtClean="0"/>
              <a:t>ጠይቆአል</a:t>
            </a:r>
            <a:r>
              <a:rPr lang="en-US" b="1" dirty="0" smtClean="0"/>
              <a:t> </a:t>
            </a:r>
            <a:r>
              <a:rPr lang="en-US" b="1" dirty="0" err="1" smtClean="0"/>
              <a:t>ሲል</a:t>
            </a:r>
            <a:r>
              <a:rPr lang="en-US" b="1" dirty="0" smtClean="0"/>
              <a:t> በ1ኛ </a:t>
            </a:r>
            <a:r>
              <a:rPr lang="en-US" b="1" dirty="0" err="1" smtClean="0"/>
              <a:t>ዜና</a:t>
            </a:r>
            <a:r>
              <a:rPr lang="en-US" b="1" dirty="0" smtClean="0"/>
              <a:t> 10፡13-14 </a:t>
            </a:r>
            <a:r>
              <a:rPr lang="en-US" b="1" dirty="0" err="1" smtClean="0"/>
              <a:t>እግዚአብሄርን</a:t>
            </a:r>
            <a:r>
              <a:rPr lang="en-US" b="1" dirty="0" smtClean="0"/>
              <a:t> </a:t>
            </a:r>
            <a:r>
              <a:rPr lang="en-US" b="1" dirty="0" err="1" smtClean="0"/>
              <a:t>ሳይሆን</a:t>
            </a:r>
            <a:r>
              <a:rPr lang="en-US" b="1" dirty="0" smtClean="0"/>
              <a:t> </a:t>
            </a:r>
            <a:r>
              <a:rPr lang="en-US" b="1" dirty="0" err="1" smtClean="0"/>
              <a:t>መናፍስት</a:t>
            </a:r>
            <a:r>
              <a:rPr lang="en-US" b="1" dirty="0" smtClean="0"/>
              <a:t> </a:t>
            </a:r>
            <a:r>
              <a:rPr lang="en-US" b="1" dirty="0" err="1" smtClean="0"/>
              <a:t>ጠሪን</a:t>
            </a:r>
            <a:r>
              <a:rPr lang="en-US" b="1" dirty="0" smtClean="0"/>
              <a:t> </a:t>
            </a:r>
            <a:r>
              <a:rPr lang="en-US" b="1" dirty="0" err="1" smtClean="0"/>
              <a:t>ጠየቀ</a:t>
            </a:r>
            <a:r>
              <a:rPr lang="en-US" b="1" dirty="0" smtClean="0"/>
              <a:t> </a:t>
            </a:r>
            <a:r>
              <a:rPr lang="en-US" b="1" dirty="0" err="1" smtClean="0"/>
              <a:t>ይላል</a:t>
            </a:r>
            <a:r>
              <a:rPr lang="en-US" b="1" dirty="0" smtClean="0"/>
              <a:t>፡፡ </a:t>
            </a:r>
            <a:r>
              <a:rPr lang="en-US" b="1" dirty="0" err="1" smtClean="0"/>
              <a:t>የትኛው</a:t>
            </a:r>
            <a:r>
              <a:rPr lang="en-US" b="1" dirty="0" smtClean="0"/>
              <a:t> </a:t>
            </a:r>
            <a:r>
              <a:rPr lang="en-US" b="1" dirty="0" err="1" smtClean="0"/>
              <a:t>እውነት</a:t>
            </a:r>
            <a:r>
              <a:rPr lang="en-US" b="1" dirty="0" smtClean="0"/>
              <a:t> </a:t>
            </a:r>
            <a:r>
              <a:rPr lang="en-US" b="1" dirty="0" err="1" smtClean="0"/>
              <a:t>ነው</a:t>
            </a:r>
            <a:r>
              <a:rPr lang="en-US" b="1" dirty="0" smtClean="0"/>
              <a:t>?</a:t>
            </a:r>
          </a:p>
          <a:p>
            <a:pPr marL="0" indent="0" algn="just">
              <a:lnSpc>
                <a:spcPct val="160000"/>
              </a:lnSpc>
              <a:buNone/>
            </a:pPr>
            <a:r>
              <a:rPr lang="en-US" b="1" dirty="0" err="1" smtClean="0">
                <a:solidFill>
                  <a:srgbClr val="00B050"/>
                </a:solidFill>
              </a:rPr>
              <a:t>መልስ</a:t>
            </a:r>
            <a:r>
              <a:rPr lang="en-US" b="1" dirty="0" smtClean="0">
                <a:solidFill>
                  <a:srgbClr val="00B050"/>
                </a:solidFill>
              </a:rPr>
              <a:t>፡- </a:t>
            </a:r>
            <a:r>
              <a:rPr lang="en-US" b="1" dirty="0" smtClean="0"/>
              <a:t>በ1ኛ </a:t>
            </a:r>
            <a:r>
              <a:rPr lang="en-US" b="1" dirty="0" err="1" smtClean="0"/>
              <a:t>ሳሙ</a:t>
            </a:r>
            <a:r>
              <a:rPr lang="en-US" b="1" dirty="0" smtClean="0"/>
              <a:t> 28፡6 </a:t>
            </a:r>
            <a:r>
              <a:rPr lang="en-US" b="1" dirty="0" err="1" smtClean="0"/>
              <a:t>ላይ</a:t>
            </a:r>
            <a:r>
              <a:rPr lang="en-US" b="1" dirty="0" smtClean="0"/>
              <a:t> </a:t>
            </a:r>
            <a:r>
              <a:rPr lang="en-US" b="1" dirty="0" err="1" smtClean="0"/>
              <a:t>ሳኦል</a:t>
            </a:r>
            <a:r>
              <a:rPr lang="en-US" b="1" dirty="0" smtClean="0"/>
              <a:t> </a:t>
            </a:r>
            <a:r>
              <a:rPr lang="en-US" b="1" dirty="0" err="1" smtClean="0"/>
              <a:t>እግዚአብሄርን</a:t>
            </a:r>
            <a:r>
              <a:rPr lang="en-US" b="1" dirty="0" smtClean="0"/>
              <a:t> </a:t>
            </a:r>
            <a:r>
              <a:rPr lang="en-US" b="1" dirty="0" err="1" smtClean="0"/>
              <a:t>የጠየቀው</a:t>
            </a:r>
            <a:r>
              <a:rPr lang="en-US" b="1" dirty="0" smtClean="0"/>
              <a:t> </a:t>
            </a:r>
            <a:r>
              <a:rPr lang="en-US" b="1" dirty="0" err="1" smtClean="0"/>
              <a:t>በሙሉ</a:t>
            </a:r>
            <a:r>
              <a:rPr lang="en-US" b="1" dirty="0" smtClean="0"/>
              <a:t> </a:t>
            </a:r>
            <a:r>
              <a:rPr lang="en-US" b="1" dirty="0" err="1" smtClean="0"/>
              <a:t>ልብ</a:t>
            </a:r>
            <a:r>
              <a:rPr lang="en-US" b="1" dirty="0" smtClean="0"/>
              <a:t> </a:t>
            </a:r>
            <a:r>
              <a:rPr lang="en-US" b="1" dirty="0" err="1" smtClean="0"/>
              <a:t>ሳይሆን</a:t>
            </a:r>
            <a:r>
              <a:rPr lang="en-US" b="1" dirty="0" smtClean="0"/>
              <a:t> </a:t>
            </a:r>
            <a:r>
              <a:rPr lang="en-US" b="1" dirty="0" err="1" smtClean="0"/>
              <a:t>በተክፈለ</a:t>
            </a:r>
            <a:r>
              <a:rPr lang="en-US" b="1" dirty="0" smtClean="0"/>
              <a:t> </a:t>
            </a:r>
            <a:r>
              <a:rPr lang="en-US" b="1" dirty="0" err="1" smtClean="0"/>
              <a:t>ልብ</a:t>
            </a:r>
            <a:r>
              <a:rPr lang="en-US" b="1" dirty="0" smtClean="0"/>
              <a:t> </a:t>
            </a:r>
            <a:r>
              <a:rPr lang="en-US" b="1" dirty="0" err="1" smtClean="0"/>
              <a:t>ስለነበር</a:t>
            </a:r>
            <a:r>
              <a:rPr lang="en-US" b="1" dirty="0" smtClean="0"/>
              <a:t> </a:t>
            </a:r>
            <a:r>
              <a:rPr lang="en-US" b="1" dirty="0" err="1" smtClean="0"/>
              <a:t>እግዚአብሄር</a:t>
            </a:r>
            <a:r>
              <a:rPr lang="en-US" b="1" dirty="0" smtClean="0"/>
              <a:t> </a:t>
            </a:r>
            <a:r>
              <a:rPr lang="en-US" b="1" dirty="0" err="1" smtClean="0"/>
              <a:t>አልመለሰለትም</a:t>
            </a:r>
            <a:r>
              <a:rPr lang="en-US" b="1" dirty="0" smtClean="0"/>
              <a:t>፡፡ </a:t>
            </a:r>
            <a:r>
              <a:rPr lang="en-US" b="1" dirty="0" err="1" smtClean="0"/>
              <a:t>ጠየቀ</a:t>
            </a:r>
            <a:r>
              <a:rPr lang="en-US" b="1" dirty="0" smtClean="0"/>
              <a:t> </a:t>
            </a:r>
            <a:r>
              <a:rPr lang="en-US" b="1" dirty="0" err="1" smtClean="0"/>
              <a:t>ለሚለው</a:t>
            </a:r>
            <a:r>
              <a:rPr lang="en-US" b="1" dirty="0" smtClean="0"/>
              <a:t> </a:t>
            </a:r>
            <a:r>
              <a:rPr lang="en-US" b="1" dirty="0" err="1" smtClean="0"/>
              <a:t>ቃል</a:t>
            </a:r>
            <a:r>
              <a:rPr lang="en-US" b="1" dirty="0" smtClean="0"/>
              <a:t> </a:t>
            </a:r>
            <a:r>
              <a:rPr lang="en-US" b="1" dirty="0" err="1" smtClean="0"/>
              <a:t>የእብራይስጡ</a:t>
            </a:r>
            <a:r>
              <a:rPr lang="en-US" b="1" dirty="0" smtClean="0"/>
              <a:t> </a:t>
            </a:r>
            <a:r>
              <a:rPr lang="en-US" b="1" dirty="0" err="1" smtClean="0"/>
              <a:t>መጽሐፍ</a:t>
            </a:r>
            <a:r>
              <a:rPr lang="en-US" b="1" dirty="0" smtClean="0"/>
              <a:t> </a:t>
            </a:r>
            <a:r>
              <a:rPr lang="en-US" b="1" dirty="0" err="1" smtClean="0"/>
              <a:t>ቅዱስ</a:t>
            </a:r>
            <a:r>
              <a:rPr lang="en-US" b="1" dirty="0" smtClean="0"/>
              <a:t> </a:t>
            </a:r>
            <a:r>
              <a:rPr lang="en-US" b="1" dirty="0" err="1" smtClean="0"/>
              <a:t>የተጠቀመው</a:t>
            </a:r>
            <a:r>
              <a:rPr lang="en-US" b="1" dirty="0" smtClean="0"/>
              <a:t> </a:t>
            </a:r>
            <a:r>
              <a:rPr lang="en-US" b="1" dirty="0" err="1" smtClean="0"/>
              <a:t>ቃል</a:t>
            </a:r>
            <a:r>
              <a:rPr lang="en-US" b="1" dirty="0" smtClean="0"/>
              <a:t> “</a:t>
            </a:r>
            <a:r>
              <a:rPr lang="en-US" b="1" dirty="0" err="1" smtClean="0"/>
              <a:t>ሻኦል</a:t>
            </a:r>
            <a:r>
              <a:rPr lang="en-US" b="1" dirty="0" smtClean="0"/>
              <a:t>” </a:t>
            </a:r>
            <a:r>
              <a:rPr lang="en-US" b="1" dirty="0" err="1" smtClean="0"/>
              <a:t>የሚል</a:t>
            </a:r>
            <a:r>
              <a:rPr lang="en-US" b="1" dirty="0" smtClean="0"/>
              <a:t> </a:t>
            </a:r>
            <a:r>
              <a:rPr lang="en-US" b="1" dirty="0" err="1" smtClean="0"/>
              <a:t>ሲሆን</a:t>
            </a:r>
            <a:r>
              <a:rPr lang="en-US" b="1" dirty="0" smtClean="0"/>
              <a:t> </a:t>
            </a:r>
            <a:r>
              <a:rPr lang="en-US" b="1" dirty="0" err="1" smtClean="0"/>
              <a:t>ይህም</a:t>
            </a:r>
            <a:r>
              <a:rPr lang="en-US" b="1" dirty="0" smtClean="0"/>
              <a:t> </a:t>
            </a:r>
            <a:r>
              <a:rPr lang="en-US" b="1" dirty="0" err="1" smtClean="0"/>
              <a:t>ማለት</a:t>
            </a:r>
            <a:r>
              <a:rPr lang="en-US" b="1" dirty="0" smtClean="0"/>
              <a:t> </a:t>
            </a:r>
            <a:r>
              <a:rPr lang="en-US" b="1" dirty="0" err="1" smtClean="0"/>
              <a:t>ሳኦል</a:t>
            </a:r>
            <a:r>
              <a:rPr lang="en-US" b="1" dirty="0" smtClean="0"/>
              <a:t> </a:t>
            </a:r>
            <a:r>
              <a:rPr lang="en-US" b="1" dirty="0" err="1" smtClean="0"/>
              <a:t>ከልብ</a:t>
            </a:r>
            <a:r>
              <a:rPr lang="en-US" b="1" dirty="0" smtClean="0"/>
              <a:t> </a:t>
            </a:r>
            <a:r>
              <a:rPr lang="en-US" b="1" dirty="0" err="1" smtClean="0"/>
              <a:t>ያልሆነ</a:t>
            </a:r>
            <a:r>
              <a:rPr lang="en-US" b="1" dirty="0" smtClean="0"/>
              <a:t> </a:t>
            </a:r>
            <a:r>
              <a:rPr lang="en-US" b="1" dirty="0" err="1" smtClean="0"/>
              <a:t>ጥያቄ</a:t>
            </a:r>
            <a:r>
              <a:rPr lang="en-US" b="1" dirty="0" smtClean="0"/>
              <a:t> </a:t>
            </a:r>
            <a:r>
              <a:rPr lang="en-US" b="1" dirty="0" err="1" smtClean="0"/>
              <a:t>ጠየቀ</a:t>
            </a:r>
            <a:r>
              <a:rPr lang="en-US" b="1" dirty="0" smtClean="0"/>
              <a:t>  </a:t>
            </a:r>
            <a:r>
              <a:rPr lang="en-US" b="1" dirty="0" err="1" smtClean="0"/>
              <a:t>ማለት</a:t>
            </a:r>
            <a:r>
              <a:rPr lang="en-US" b="1" dirty="0" smtClean="0"/>
              <a:t> </a:t>
            </a:r>
            <a:r>
              <a:rPr lang="en-US" b="1" dirty="0" err="1" smtClean="0"/>
              <a:t>ነው</a:t>
            </a:r>
            <a:r>
              <a:rPr lang="en-US" b="1" dirty="0" smtClean="0"/>
              <a:t>፡፡ በ1ኛ </a:t>
            </a:r>
            <a:r>
              <a:rPr lang="en-US" b="1" dirty="0" err="1" smtClean="0"/>
              <a:t>ዜና</a:t>
            </a:r>
            <a:r>
              <a:rPr lang="en-US" b="1" dirty="0" smtClean="0"/>
              <a:t> 10፡13-14 </a:t>
            </a:r>
            <a:r>
              <a:rPr lang="en-US" b="1" dirty="0" err="1" smtClean="0"/>
              <a:t>ደግም</a:t>
            </a:r>
            <a:r>
              <a:rPr lang="en-US" b="1" dirty="0" smtClean="0"/>
              <a:t> </a:t>
            </a:r>
            <a:r>
              <a:rPr lang="en-US" b="1" dirty="0" err="1" smtClean="0"/>
              <a:t>የሚገልጸው</a:t>
            </a:r>
            <a:r>
              <a:rPr lang="en-US" b="1" dirty="0" smtClean="0"/>
              <a:t> </a:t>
            </a:r>
            <a:r>
              <a:rPr lang="en-US" b="1" dirty="0" err="1" smtClean="0"/>
              <a:t>ሳኦል</a:t>
            </a:r>
            <a:r>
              <a:rPr lang="en-US" b="1" dirty="0" smtClean="0"/>
              <a:t> </a:t>
            </a:r>
            <a:r>
              <a:rPr lang="en-US" b="1" dirty="0" err="1" smtClean="0"/>
              <a:t>የእግዚአብሄርን</a:t>
            </a:r>
            <a:r>
              <a:rPr lang="en-US" b="1" dirty="0" smtClean="0"/>
              <a:t> </a:t>
            </a:r>
            <a:r>
              <a:rPr lang="en-US" b="1" dirty="0" err="1" smtClean="0"/>
              <a:t>ፈቃድ</a:t>
            </a:r>
            <a:r>
              <a:rPr lang="en-US" b="1" dirty="0" smtClean="0"/>
              <a:t> </a:t>
            </a:r>
            <a:r>
              <a:rPr lang="en-US" b="1" dirty="0" err="1" smtClean="0"/>
              <a:t>ከልቡ</a:t>
            </a:r>
            <a:r>
              <a:rPr lang="en-US" b="1" dirty="0" smtClean="0"/>
              <a:t> </a:t>
            </a:r>
            <a:r>
              <a:rPr lang="en-US" b="1" dirty="0" err="1" smtClean="0"/>
              <a:t>አለመፈለጉን</a:t>
            </a:r>
            <a:r>
              <a:rPr lang="en-US" b="1" dirty="0" smtClean="0"/>
              <a:t> </a:t>
            </a:r>
            <a:r>
              <a:rPr lang="en-US" b="1" dirty="0" err="1" smtClean="0"/>
              <a:t>በተቃራኒ</a:t>
            </a:r>
            <a:r>
              <a:rPr lang="en-US" b="1" dirty="0" smtClean="0"/>
              <a:t> </a:t>
            </a:r>
            <a:r>
              <a:rPr lang="en-US" b="1" dirty="0" err="1" smtClean="0"/>
              <a:t>ደግሞ</a:t>
            </a:r>
            <a:r>
              <a:rPr lang="en-US" b="1" dirty="0" smtClean="0"/>
              <a:t> </a:t>
            </a:r>
            <a:r>
              <a:rPr lang="en-US" b="1" dirty="0" err="1" smtClean="0"/>
              <a:t>የጠን</a:t>
            </a:r>
            <a:r>
              <a:rPr lang="am-ET" b="1" dirty="0" smtClean="0"/>
              <a:t>ቋ</a:t>
            </a:r>
            <a:r>
              <a:rPr lang="en-US" b="1" dirty="0" smtClean="0"/>
              <a:t>ይ </a:t>
            </a:r>
            <a:r>
              <a:rPr lang="en-US" b="1" dirty="0" err="1" smtClean="0"/>
              <a:t>ምክር</a:t>
            </a:r>
            <a:r>
              <a:rPr lang="en-US" b="1" dirty="0" smtClean="0"/>
              <a:t> </a:t>
            </a:r>
            <a:r>
              <a:rPr lang="en-US" b="1" dirty="0" err="1" smtClean="0"/>
              <a:t>መጠየቁን</a:t>
            </a:r>
            <a:r>
              <a:rPr lang="en-US" b="1" dirty="0" smtClean="0"/>
              <a:t> </a:t>
            </a:r>
            <a:r>
              <a:rPr lang="en-US" b="1" dirty="0" err="1" smtClean="0"/>
              <a:t>ይገልጻል</a:t>
            </a:r>
            <a:r>
              <a:rPr lang="en-US" b="1" dirty="0" smtClean="0"/>
              <a:t>፡፡ </a:t>
            </a:r>
            <a:r>
              <a:rPr lang="en-US" b="1" dirty="0" err="1" smtClean="0"/>
              <a:t>ለዚህም</a:t>
            </a:r>
            <a:r>
              <a:rPr lang="en-US" b="1" dirty="0" smtClean="0"/>
              <a:t> </a:t>
            </a:r>
            <a:r>
              <a:rPr lang="en-US" b="1" dirty="0" err="1" smtClean="0"/>
              <a:t>የተጠቀመው</a:t>
            </a:r>
            <a:r>
              <a:rPr lang="en-US" b="1" dirty="0" smtClean="0"/>
              <a:t> </a:t>
            </a:r>
            <a:r>
              <a:rPr lang="en-US" b="1" dirty="0" err="1" smtClean="0"/>
              <a:t>የእብራይስጥ</a:t>
            </a:r>
            <a:r>
              <a:rPr lang="en-US" b="1" dirty="0" smtClean="0"/>
              <a:t> </a:t>
            </a:r>
            <a:r>
              <a:rPr lang="en-US" b="1" dirty="0" err="1" smtClean="0"/>
              <a:t>ቃል</a:t>
            </a:r>
            <a:r>
              <a:rPr lang="en-US" b="1" dirty="0" smtClean="0"/>
              <a:t> “</a:t>
            </a:r>
            <a:r>
              <a:rPr lang="en-US" b="1" dirty="0" err="1" smtClean="0"/>
              <a:t>ዳራሽ</a:t>
            </a:r>
            <a:r>
              <a:rPr lang="en-US" b="1" dirty="0" smtClean="0"/>
              <a:t>” </a:t>
            </a:r>
            <a:r>
              <a:rPr lang="en-US" b="1" dirty="0" err="1" smtClean="0"/>
              <a:t>የሚል</a:t>
            </a:r>
            <a:r>
              <a:rPr lang="en-US" b="1" dirty="0" smtClean="0"/>
              <a:t> </a:t>
            </a:r>
            <a:r>
              <a:rPr lang="en-US" b="1" dirty="0" err="1" smtClean="0"/>
              <a:t>ሲሆን</a:t>
            </a:r>
            <a:r>
              <a:rPr lang="en-US" b="1" dirty="0" smtClean="0"/>
              <a:t> </a:t>
            </a:r>
            <a:r>
              <a:rPr lang="en-US" b="1" dirty="0" err="1" smtClean="0"/>
              <a:t>በዚህ</a:t>
            </a:r>
            <a:r>
              <a:rPr lang="en-US" b="1" dirty="0" smtClean="0"/>
              <a:t> </a:t>
            </a:r>
            <a:r>
              <a:rPr lang="en-US" b="1" dirty="0" err="1" smtClean="0"/>
              <a:t>ክፍል</a:t>
            </a:r>
            <a:r>
              <a:rPr lang="en-US" b="1" dirty="0" smtClean="0"/>
              <a:t> </a:t>
            </a:r>
            <a:r>
              <a:rPr lang="en-US" b="1" dirty="0" err="1" smtClean="0"/>
              <a:t>ሳኦል</a:t>
            </a:r>
            <a:r>
              <a:rPr lang="en-US" b="1" dirty="0" smtClean="0"/>
              <a:t> </a:t>
            </a:r>
            <a:r>
              <a:rPr lang="en-US" b="1" dirty="0" err="1" smtClean="0"/>
              <a:t>የእግዚአብሄርንነ</a:t>
            </a:r>
            <a:r>
              <a:rPr lang="en-US" b="1" dirty="0" smtClean="0"/>
              <a:t> </a:t>
            </a:r>
            <a:r>
              <a:rPr lang="en-US" b="1" dirty="0" err="1" smtClean="0"/>
              <a:t>ፈቃድ</a:t>
            </a:r>
            <a:r>
              <a:rPr lang="en-US" b="1" dirty="0" smtClean="0"/>
              <a:t> </a:t>
            </a:r>
            <a:r>
              <a:rPr lang="en-US" b="1" dirty="0" err="1" smtClean="0"/>
              <a:t>ከልቡ</a:t>
            </a:r>
            <a:r>
              <a:rPr lang="en-US" b="1" dirty="0" smtClean="0"/>
              <a:t> </a:t>
            </a:r>
            <a:r>
              <a:rPr lang="en-US" b="1" dirty="0" err="1" smtClean="0"/>
              <a:t>አልፈለገም</a:t>
            </a:r>
            <a:r>
              <a:rPr lang="en-US" b="1" dirty="0" smtClean="0"/>
              <a:t> </a:t>
            </a:r>
            <a:r>
              <a:rPr lang="en-US" b="1" dirty="0" err="1" smtClean="0"/>
              <a:t>ታግሶም</a:t>
            </a:r>
            <a:r>
              <a:rPr lang="en-US" b="1" dirty="0" smtClean="0"/>
              <a:t> </a:t>
            </a:r>
            <a:r>
              <a:rPr lang="en-US" b="1" dirty="0" err="1" smtClean="0"/>
              <a:t>አልጠበቀም</a:t>
            </a:r>
            <a:r>
              <a:rPr lang="en-US" b="1" dirty="0" smtClean="0"/>
              <a:t> </a:t>
            </a:r>
            <a:r>
              <a:rPr lang="en-US" b="1" dirty="0" err="1" smtClean="0"/>
              <a:t>የሚል</a:t>
            </a:r>
            <a:r>
              <a:rPr lang="en-US" b="1" dirty="0" smtClean="0"/>
              <a:t> </a:t>
            </a:r>
            <a:r>
              <a:rPr lang="en-US" b="1" dirty="0" err="1" smtClean="0"/>
              <a:t>ትርጉም</a:t>
            </a:r>
            <a:r>
              <a:rPr lang="en-US" b="1" dirty="0" smtClean="0"/>
              <a:t> </a:t>
            </a:r>
            <a:r>
              <a:rPr lang="en-US" b="1" dirty="0" err="1" smtClean="0"/>
              <a:t>አለው</a:t>
            </a:r>
            <a:r>
              <a:rPr lang="en-US" b="1" dirty="0" smtClean="0"/>
              <a:t>፡፡ </a:t>
            </a:r>
            <a:r>
              <a:rPr lang="en-US" b="1" dirty="0" err="1" smtClean="0"/>
              <a:t>ስለዚህ</a:t>
            </a:r>
            <a:r>
              <a:rPr lang="en-US" b="1" dirty="0" smtClean="0"/>
              <a:t> </a:t>
            </a:r>
            <a:r>
              <a:rPr lang="en-US" b="1" dirty="0" err="1" smtClean="0"/>
              <a:t>በሁለቱ</a:t>
            </a:r>
            <a:r>
              <a:rPr lang="en-US" b="1" dirty="0" smtClean="0"/>
              <a:t> </a:t>
            </a:r>
            <a:r>
              <a:rPr lang="en-US" b="1" dirty="0" err="1" smtClean="0"/>
              <a:t>ጥቅሶች</a:t>
            </a:r>
            <a:r>
              <a:rPr lang="en-US" b="1" dirty="0" smtClean="0"/>
              <a:t> </a:t>
            </a:r>
            <a:r>
              <a:rPr lang="en-US" b="1" dirty="0" err="1" smtClean="0"/>
              <a:t>ሊተላለፍ</a:t>
            </a:r>
            <a:r>
              <a:rPr lang="en-US" b="1" dirty="0" smtClean="0"/>
              <a:t> </a:t>
            </a:r>
            <a:r>
              <a:rPr lang="en-US" b="1" dirty="0" err="1" smtClean="0"/>
              <a:t>የተፈለገው</a:t>
            </a:r>
            <a:r>
              <a:rPr lang="en-US" b="1" dirty="0" smtClean="0"/>
              <a:t> </a:t>
            </a:r>
            <a:r>
              <a:rPr lang="en-US" b="1" dirty="0" err="1" smtClean="0"/>
              <a:t>መልዕክት</a:t>
            </a:r>
            <a:r>
              <a:rPr lang="en-US" b="1" dirty="0" smtClean="0"/>
              <a:t> </a:t>
            </a:r>
            <a:r>
              <a:rPr lang="en-US" b="1" dirty="0" err="1" smtClean="0"/>
              <a:t>ሳኦል</a:t>
            </a:r>
            <a:r>
              <a:rPr lang="en-US" b="1" dirty="0" smtClean="0"/>
              <a:t> </a:t>
            </a:r>
            <a:r>
              <a:rPr lang="en-US" b="1" dirty="0" err="1" smtClean="0"/>
              <a:t>እግዚአብሄርን</a:t>
            </a:r>
            <a:r>
              <a:rPr lang="en-US" b="1" dirty="0" smtClean="0"/>
              <a:t> </a:t>
            </a:r>
            <a:r>
              <a:rPr lang="en-US" b="1" dirty="0" err="1" smtClean="0"/>
              <a:t>ከልቡ</a:t>
            </a:r>
            <a:r>
              <a:rPr lang="en-US" b="1" dirty="0" smtClean="0"/>
              <a:t> </a:t>
            </a:r>
            <a:r>
              <a:rPr lang="en-US" b="1" dirty="0" err="1" smtClean="0"/>
              <a:t>አልፈለገም</a:t>
            </a:r>
            <a:r>
              <a:rPr lang="en-US" b="1" dirty="0" smtClean="0"/>
              <a:t> </a:t>
            </a:r>
            <a:r>
              <a:rPr lang="en-US" b="1" dirty="0" err="1" smtClean="0"/>
              <a:t>የሚል</a:t>
            </a:r>
            <a:r>
              <a:rPr lang="en-US" b="1" dirty="0" smtClean="0"/>
              <a:t> </a:t>
            </a:r>
            <a:r>
              <a:rPr lang="en-US" b="1" dirty="0" err="1" smtClean="0"/>
              <a:t>ነው</a:t>
            </a:r>
            <a:r>
              <a:rPr lang="en-US" b="1" dirty="0" smtClean="0"/>
              <a:t>፡፡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01718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457200" y="152400"/>
            <a:ext cx="8229600" cy="12223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457200"/>
            <a:ext cx="8839200" cy="6400800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 smtClean="0">
                <a:solidFill>
                  <a:srgbClr val="FF0000"/>
                </a:solidFill>
              </a:rPr>
              <a:t>5. </a:t>
            </a:r>
            <a:r>
              <a:rPr lang="en-US" b="1" dirty="0" err="1" smtClean="0">
                <a:solidFill>
                  <a:srgbClr val="FF0000"/>
                </a:solidFill>
              </a:rPr>
              <a:t>ወደ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ሰማይ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የወጣው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ኢየሱስ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ብቻ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ወይስ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ኢየሱስና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ኤልያስ</a:t>
            </a:r>
            <a:r>
              <a:rPr lang="en-US" b="1" dirty="0" smtClean="0">
                <a:solidFill>
                  <a:srgbClr val="FF0000"/>
                </a:solidFill>
              </a:rPr>
              <a:t>?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 err="1" smtClean="0">
                <a:solidFill>
                  <a:srgbClr val="00B050"/>
                </a:solidFill>
              </a:rPr>
              <a:t>ጥያቄ</a:t>
            </a:r>
            <a:r>
              <a:rPr lang="en-US" b="1" dirty="0" smtClean="0">
                <a:solidFill>
                  <a:srgbClr val="00B050"/>
                </a:solidFill>
              </a:rPr>
              <a:t>፡- </a:t>
            </a:r>
            <a:r>
              <a:rPr lang="en-US" b="1" dirty="0" err="1" smtClean="0"/>
              <a:t>በዮሐ</a:t>
            </a:r>
            <a:r>
              <a:rPr lang="en-US" b="1" dirty="0" smtClean="0"/>
              <a:t> 3፡13 </a:t>
            </a:r>
            <a:r>
              <a:rPr lang="en-US" b="1" dirty="0" err="1" smtClean="0"/>
              <a:t>ከየሱስ</a:t>
            </a:r>
            <a:r>
              <a:rPr lang="en-US" b="1" dirty="0" smtClean="0"/>
              <a:t> </a:t>
            </a:r>
            <a:r>
              <a:rPr lang="en-US" b="1" dirty="0" err="1" smtClean="0"/>
              <a:t>በስተቀር</a:t>
            </a:r>
            <a:r>
              <a:rPr lang="en-US" b="1" dirty="0" smtClean="0"/>
              <a:t> </a:t>
            </a:r>
            <a:r>
              <a:rPr lang="en-US" b="1" dirty="0" err="1" smtClean="0"/>
              <a:t>ወደ</a:t>
            </a:r>
            <a:r>
              <a:rPr lang="en-US" b="1" dirty="0" smtClean="0"/>
              <a:t> </a:t>
            </a:r>
            <a:r>
              <a:rPr lang="en-US" b="1" dirty="0" err="1" smtClean="0"/>
              <a:t>ሰማይ</a:t>
            </a:r>
            <a:r>
              <a:rPr lang="en-US" b="1" dirty="0" smtClean="0"/>
              <a:t> </a:t>
            </a:r>
            <a:r>
              <a:rPr lang="en-US" b="1" dirty="0" err="1" smtClean="0"/>
              <a:t>የወጣ</a:t>
            </a:r>
            <a:r>
              <a:rPr lang="en-US" b="1" dirty="0" smtClean="0"/>
              <a:t> </a:t>
            </a:r>
            <a:r>
              <a:rPr lang="en-US" b="1" dirty="0" err="1" smtClean="0"/>
              <a:t>የለም</a:t>
            </a:r>
            <a:r>
              <a:rPr lang="en-US" b="1" dirty="0" smtClean="0"/>
              <a:t> </a:t>
            </a:r>
            <a:r>
              <a:rPr lang="en-US" b="1" dirty="0" err="1" smtClean="0"/>
              <a:t>ይላል</a:t>
            </a:r>
            <a:r>
              <a:rPr lang="en-US" b="1" dirty="0" smtClean="0"/>
              <a:t> </a:t>
            </a:r>
            <a:r>
              <a:rPr lang="en-US" b="1" dirty="0" err="1" smtClean="0"/>
              <a:t>ነገር</a:t>
            </a:r>
            <a:r>
              <a:rPr lang="en-US" b="1" dirty="0" smtClean="0"/>
              <a:t> </a:t>
            </a:r>
            <a:r>
              <a:rPr lang="en-US" b="1" dirty="0" err="1" smtClean="0"/>
              <a:t>ግን</a:t>
            </a:r>
            <a:r>
              <a:rPr lang="en-US" b="1" dirty="0" smtClean="0"/>
              <a:t> በ2ኛ </a:t>
            </a:r>
            <a:r>
              <a:rPr lang="en-US" b="1" dirty="0" err="1" smtClean="0"/>
              <a:t>ነገ</a:t>
            </a:r>
            <a:r>
              <a:rPr lang="en-US" b="1" dirty="0" smtClean="0"/>
              <a:t> 2፡11 </a:t>
            </a:r>
            <a:r>
              <a:rPr lang="en-US" b="1" dirty="0" err="1" smtClean="0"/>
              <a:t>ኤልያስ</a:t>
            </a:r>
            <a:r>
              <a:rPr lang="en-US" b="1" dirty="0" smtClean="0"/>
              <a:t> </a:t>
            </a:r>
            <a:r>
              <a:rPr lang="en-US" b="1" dirty="0" err="1" smtClean="0"/>
              <a:t>ወደ</a:t>
            </a:r>
            <a:r>
              <a:rPr lang="en-US" b="1" dirty="0" smtClean="0"/>
              <a:t> </a:t>
            </a:r>
            <a:r>
              <a:rPr lang="en-US" b="1" dirty="0" err="1" smtClean="0"/>
              <a:t>ሰማይ</a:t>
            </a:r>
            <a:r>
              <a:rPr lang="en-US" b="1" dirty="0" smtClean="0"/>
              <a:t> </a:t>
            </a:r>
            <a:r>
              <a:rPr lang="en-US" b="1" dirty="0" err="1" smtClean="0"/>
              <a:t>እንደተወሰደ</a:t>
            </a:r>
            <a:r>
              <a:rPr lang="en-US" b="1" dirty="0" smtClean="0"/>
              <a:t> </a:t>
            </a:r>
            <a:r>
              <a:rPr lang="en-US" b="1" dirty="0" err="1" smtClean="0"/>
              <a:t>ይናገራል</a:t>
            </a:r>
            <a:r>
              <a:rPr lang="en-US" b="1" dirty="0" smtClean="0"/>
              <a:t>፡፡ 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 err="1" smtClean="0">
                <a:solidFill>
                  <a:srgbClr val="00B050"/>
                </a:solidFill>
              </a:rPr>
              <a:t>መልስ</a:t>
            </a:r>
            <a:r>
              <a:rPr lang="en-US" b="1" dirty="0" smtClean="0">
                <a:solidFill>
                  <a:srgbClr val="00B050"/>
                </a:solidFill>
              </a:rPr>
              <a:t>፡- </a:t>
            </a:r>
            <a:r>
              <a:rPr lang="en-US" b="1" dirty="0" smtClean="0"/>
              <a:t>በዮሐ3፡13 </a:t>
            </a:r>
            <a:r>
              <a:rPr lang="en-US" b="1" dirty="0" err="1" smtClean="0"/>
              <a:t>የሚናገረው</a:t>
            </a:r>
            <a:r>
              <a:rPr lang="en-US" b="1" dirty="0" smtClean="0"/>
              <a:t> </a:t>
            </a:r>
            <a:r>
              <a:rPr lang="en-US" b="1" dirty="0" err="1" smtClean="0"/>
              <a:t>ኢየሱስ</a:t>
            </a:r>
            <a:r>
              <a:rPr lang="en-US" b="1" dirty="0" smtClean="0"/>
              <a:t> </a:t>
            </a:r>
            <a:r>
              <a:rPr lang="en-US" b="1" dirty="0" err="1" smtClean="0"/>
              <a:t>ከእግዚአብሄር</a:t>
            </a:r>
            <a:r>
              <a:rPr lang="en-US" b="1" dirty="0" smtClean="0"/>
              <a:t> </a:t>
            </a:r>
            <a:r>
              <a:rPr lang="en-US" b="1" dirty="0" err="1" smtClean="0"/>
              <a:t>ክብር</a:t>
            </a:r>
            <a:r>
              <a:rPr lang="en-US" b="1" dirty="0" smtClean="0"/>
              <a:t> </a:t>
            </a:r>
            <a:r>
              <a:rPr lang="en-US" b="1" dirty="0" err="1" smtClean="0"/>
              <a:t>ወጥቶ</a:t>
            </a:r>
            <a:r>
              <a:rPr lang="en-US" b="1" dirty="0" smtClean="0"/>
              <a:t> </a:t>
            </a:r>
            <a:r>
              <a:rPr lang="en-US" b="1" dirty="0" err="1" smtClean="0"/>
              <a:t>ወደ</a:t>
            </a:r>
            <a:r>
              <a:rPr lang="en-US" b="1" dirty="0" smtClean="0"/>
              <a:t> </a:t>
            </a:r>
            <a:r>
              <a:rPr lang="en-US" b="1" dirty="0" err="1" smtClean="0"/>
              <a:t>እግዚአብሄር</a:t>
            </a:r>
            <a:r>
              <a:rPr lang="en-US" b="1" dirty="0" smtClean="0"/>
              <a:t> </a:t>
            </a:r>
            <a:r>
              <a:rPr lang="en-US" b="1" dirty="0" err="1" smtClean="0"/>
              <a:t>ክብር</a:t>
            </a:r>
            <a:r>
              <a:rPr lang="en-US" b="1" dirty="0" smtClean="0"/>
              <a:t> </a:t>
            </a:r>
            <a:r>
              <a:rPr lang="en-US" b="1" dirty="0" err="1" smtClean="0"/>
              <a:t>ወዳለበት</a:t>
            </a:r>
            <a:r>
              <a:rPr lang="en-US" b="1" dirty="0" smtClean="0"/>
              <a:t> </a:t>
            </a:r>
            <a:r>
              <a:rPr lang="en-US" b="1" dirty="0" err="1" smtClean="0"/>
              <a:t>ስፍራ</a:t>
            </a:r>
            <a:r>
              <a:rPr lang="en-US" b="1" dirty="0" smtClean="0"/>
              <a:t> </a:t>
            </a:r>
            <a:r>
              <a:rPr lang="en-US" b="1" dirty="0" err="1" smtClean="0"/>
              <a:t>መመለሱን</a:t>
            </a:r>
            <a:r>
              <a:rPr lang="en-US" b="1" dirty="0" smtClean="0"/>
              <a:t> </a:t>
            </a:r>
            <a:r>
              <a:rPr lang="en-US" b="1" dirty="0" err="1" smtClean="0"/>
              <a:t>ሲናገር</a:t>
            </a:r>
            <a:r>
              <a:rPr lang="en-US" b="1" dirty="0" smtClean="0"/>
              <a:t> </a:t>
            </a:r>
            <a:r>
              <a:rPr lang="en-US" b="1" dirty="0" err="1" smtClean="0"/>
              <a:t>ኤልያስ</a:t>
            </a:r>
            <a:r>
              <a:rPr lang="en-US" b="1" dirty="0" smtClean="0"/>
              <a:t> </a:t>
            </a:r>
            <a:r>
              <a:rPr lang="en-US" b="1" dirty="0" err="1" smtClean="0"/>
              <a:t>ወደ</a:t>
            </a:r>
            <a:r>
              <a:rPr lang="en-US" b="1" dirty="0" smtClean="0"/>
              <a:t> </a:t>
            </a:r>
            <a:r>
              <a:rPr lang="en-US" b="1" dirty="0" err="1" smtClean="0"/>
              <a:t>ጠፈር</a:t>
            </a:r>
            <a:r>
              <a:rPr lang="en-US" b="1" dirty="0" smtClean="0"/>
              <a:t> </a:t>
            </a:r>
            <a:r>
              <a:rPr lang="en-US" b="1" dirty="0" err="1" smtClean="0"/>
              <a:t>ወደ</a:t>
            </a:r>
            <a:r>
              <a:rPr lang="en-US" b="1" dirty="0" smtClean="0"/>
              <a:t> </a:t>
            </a:r>
            <a:r>
              <a:rPr lang="en-US" b="1" dirty="0" err="1" smtClean="0"/>
              <a:t>ሆነው</a:t>
            </a:r>
            <a:r>
              <a:rPr lang="en-US" b="1" dirty="0" smtClean="0"/>
              <a:t> </a:t>
            </a:r>
            <a:r>
              <a:rPr lang="en-US" b="1" dirty="0" err="1" smtClean="0"/>
              <a:t>ሰማይ</a:t>
            </a:r>
            <a:r>
              <a:rPr lang="en-US" b="1" dirty="0" smtClean="0"/>
              <a:t> </a:t>
            </a:r>
            <a:r>
              <a:rPr lang="en-US" b="1" dirty="0" err="1" smtClean="0"/>
              <a:t>መውጣቱን</a:t>
            </a:r>
            <a:r>
              <a:rPr lang="en-US" b="1" dirty="0" smtClean="0"/>
              <a:t> </a:t>
            </a:r>
            <a:r>
              <a:rPr lang="en-US" b="1" dirty="0" err="1" smtClean="0"/>
              <a:t>ያመለክታል</a:t>
            </a:r>
            <a:r>
              <a:rPr lang="en-US" b="1" dirty="0" smtClean="0"/>
              <a:t>፡፡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881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719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457200"/>
            <a:ext cx="8839200" cy="6324600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6. </a:t>
            </a:r>
            <a:r>
              <a:rPr lang="en-US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ከጳውሎስ</a:t>
            </a: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ጋር</a:t>
            </a: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የነበሩ</a:t>
            </a: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ሰዎች</a:t>
            </a: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የእግዚአብሄርን</a:t>
            </a: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ድምጽ</a:t>
            </a: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ሰምተዋል</a:t>
            </a: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ወይስ</a:t>
            </a: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አልሰሙም</a:t>
            </a: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 err="1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ጥያቄ</a:t>
            </a:r>
            <a:r>
              <a:rPr lang="en-US" b="1" dirty="0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፡- </a:t>
            </a:r>
            <a:r>
              <a:rPr lang="en-US" b="1" dirty="0" err="1" smtClean="0">
                <a:latin typeface="Power Geez Unicode1" panose="00000400000000000000" pitchFamily="2" charset="0"/>
              </a:rPr>
              <a:t>ሐዋ</a:t>
            </a:r>
            <a:r>
              <a:rPr lang="en-US" b="1" dirty="0" smtClean="0">
                <a:latin typeface="Power Geez Unicode1" panose="00000400000000000000" pitchFamily="2" charset="0"/>
              </a:rPr>
              <a:t> 9፡7 </a:t>
            </a:r>
            <a:r>
              <a:rPr lang="en-US" b="1" dirty="0" err="1" smtClean="0">
                <a:latin typeface="Power Geez Unicode1" panose="00000400000000000000" pitchFamily="2" charset="0"/>
              </a:rPr>
              <a:t>ድምጹን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ሰምተዋል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ሲል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በሐዋ</a:t>
            </a:r>
            <a:r>
              <a:rPr lang="en-US" b="1" dirty="0" smtClean="0">
                <a:latin typeface="Power Geez Unicode1" panose="00000400000000000000" pitchFamily="2" charset="0"/>
              </a:rPr>
              <a:t> 22፡9 </a:t>
            </a:r>
            <a:r>
              <a:rPr lang="en-US" b="1" dirty="0" err="1" smtClean="0">
                <a:latin typeface="Power Geez Unicode1" panose="00000400000000000000" pitchFamily="2" charset="0"/>
              </a:rPr>
              <a:t>ግን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ድምጹን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አልሰሙም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ይላል</a:t>
            </a:r>
            <a:r>
              <a:rPr lang="en-US" b="1" dirty="0" smtClean="0">
                <a:latin typeface="Power Geez Unicode1" panose="00000400000000000000" pitchFamily="2" charset="0"/>
              </a:rPr>
              <a:t>፡፡ </a:t>
            </a:r>
            <a:r>
              <a:rPr lang="en-US" b="1" dirty="0" err="1" smtClean="0">
                <a:latin typeface="Power Geez Unicode1" panose="00000400000000000000" pitchFamily="2" charset="0"/>
              </a:rPr>
              <a:t>ስለዚህ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የትኛው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እውነት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ነው</a:t>
            </a:r>
            <a:r>
              <a:rPr lang="en-US" b="1" dirty="0" smtClean="0">
                <a:latin typeface="Power Geez Unicode1" panose="00000400000000000000" pitchFamily="2" charset="0"/>
              </a:rPr>
              <a:t>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 err="1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መልስ</a:t>
            </a:r>
            <a:r>
              <a:rPr lang="en-US" b="1" dirty="0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፡- </a:t>
            </a:r>
            <a:r>
              <a:rPr lang="en-US" b="1" dirty="0" err="1" smtClean="0">
                <a:latin typeface="Power Geez Unicode1" panose="00000400000000000000" pitchFamily="2" charset="0"/>
              </a:rPr>
              <a:t>በሐዋ</a:t>
            </a:r>
            <a:r>
              <a:rPr lang="en-US" b="1" dirty="0" smtClean="0">
                <a:latin typeface="Power Geez Unicode1" panose="00000400000000000000" pitchFamily="2" charset="0"/>
              </a:rPr>
              <a:t> 9፡7 </a:t>
            </a:r>
            <a:r>
              <a:rPr lang="en-US" b="1" dirty="0" err="1" smtClean="0">
                <a:latin typeface="Power Geez Unicode1" panose="00000400000000000000" pitchFamily="2" charset="0"/>
              </a:rPr>
              <a:t>ላይ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ከጳውሎስ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ጋር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የነበሩ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ሰዎች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የጌታን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ድምጽ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መስማታቸው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ይገልጻል</a:t>
            </a:r>
            <a:r>
              <a:rPr lang="en-US" b="1" dirty="0" smtClean="0">
                <a:latin typeface="Power Geez Unicode1" panose="00000400000000000000" pitchFamily="2" charset="0"/>
              </a:rPr>
              <a:t>፡፡ </a:t>
            </a:r>
            <a:r>
              <a:rPr lang="en-US" b="1" dirty="0" err="1" smtClean="0">
                <a:latin typeface="Power Geez Unicode1" panose="00000400000000000000" pitchFamily="2" charset="0"/>
              </a:rPr>
              <a:t>ይህ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ክፍል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በእንግሊዝኛው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መጽሐፍ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ቅዱስ</a:t>
            </a:r>
            <a:r>
              <a:rPr lang="en-US" b="1" dirty="0" smtClean="0">
                <a:latin typeface="Power Geez Unicode1" panose="00000400000000000000" pitchFamily="2" charset="0"/>
              </a:rPr>
              <a:t> “they heard the voice” </a:t>
            </a:r>
            <a:r>
              <a:rPr lang="en-US" b="1" dirty="0" err="1" smtClean="0">
                <a:latin typeface="Power Geez Unicode1" panose="00000400000000000000" pitchFamily="2" charset="0"/>
              </a:rPr>
              <a:t>ይላል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ነገር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ግን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በሐዋ</a:t>
            </a:r>
            <a:r>
              <a:rPr lang="en-US" b="1" dirty="0" smtClean="0">
                <a:latin typeface="Power Geez Unicode1" panose="00000400000000000000" pitchFamily="2" charset="0"/>
              </a:rPr>
              <a:t> 22፡9 “they did not understand the voice” </a:t>
            </a:r>
            <a:r>
              <a:rPr lang="en-US" b="1" dirty="0" err="1" smtClean="0">
                <a:latin typeface="Power Geez Unicode1" panose="00000400000000000000" pitchFamily="2" charset="0"/>
              </a:rPr>
              <a:t>ይላል</a:t>
            </a:r>
            <a:r>
              <a:rPr lang="en-US" b="1" dirty="0" smtClean="0">
                <a:latin typeface="Power Geez Unicode1" panose="00000400000000000000" pitchFamily="2" charset="0"/>
              </a:rPr>
              <a:t>፡፡ </a:t>
            </a:r>
            <a:r>
              <a:rPr lang="en-US" b="1" dirty="0" err="1" smtClean="0">
                <a:latin typeface="Power Geez Unicode1" panose="00000400000000000000" pitchFamily="2" charset="0"/>
              </a:rPr>
              <a:t>ስለዚህ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የመጀመሪያው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ድምጽ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መስማታቸው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ሲገልጽ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ሁለተኛው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የድምጹ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ትርጉም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አለማወቃቸውን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ነው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የሚገልጸው</a:t>
            </a:r>
            <a:r>
              <a:rPr lang="en-US" b="1" dirty="0" smtClean="0">
                <a:latin typeface="Power Geez Unicode1" panose="00000400000000000000" pitchFamily="2" charset="0"/>
              </a:rPr>
              <a:t>፡፡ </a:t>
            </a:r>
            <a:endParaRPr lang="en-US" b="1" dirty="0">
              <a:latin typeface="Power Geez Unicode1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3264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719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457200"/>
            <a:ext cx="8839200" cy="6248400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7. </a:t>
            </a:r>
            <a:r>
              <a:rPr lang="en-US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እግዚአብሄር</a:t>
            </a: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ይጸጸታል</a:t>
            </a: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ወይስ</a:t>
            </a: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አይጸጸትም</a:t>
            </a: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?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b="1" dirty="0" err="1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ጥያቄ</a:t>
            </a:r>
            <a:r>
              <a:rPr lang="en-US" b="1" dirty="0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፡- </a:t>
            </a:r>
            <a:r>
              <a:rPr lang="en-US" b="1" dirty="0" err="1" smtClean="0">
                <a:latin typeface="Power Geez Unicode1" panose="00000400000000000000" pitchFamily="2" charset="0"/>
              </a:rPr>
              <a:t>በዘፍ</a:t>
            </a:r>
            <a:r>
              <a:rPr lang="en-US" b="1" dirty="0" smtClean="0">
                <a:latin typeface="Power Geez Unicode1" panose="00000400000000000000" pitchFamily="2" charset="0"/>
              </a:rPr>
              <a:t> 6፡6 </a:t>
            </a:r>
            <a:r>
              <a:rPr lang="en-US" b="1" dirty="0" err="1" smtClean="0">
                <a:latin typeface="Power Geez Unicode1" panose="00000400000000000000" pitchFamily="2" charset="0"/>
              </a:rPr>
              <a:t>እግዚአብሄር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ይጸጸታል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ሲል</a:t>
            </a:r>
            <a:r>
              <a:rPr lang="en-US" b="1" dirty="0" smtClean="0">
                <a:latin typeface="Power Geez Unicode1" panose="00000400000000000000" pitchFamily="2" charset="0"/>
              </a:rPr>
              <a:t> በ1ኛሳሙ 15፡29 </a:t>
            </a:r>
            <a:r>
              <a:rPr lang="en-US" b="1" dirty="0" err="1" smtClean="0">
                <a:latin typeface="Power Geez Unicode1" panose="00000400000000000000" pitchFamily="2" charset="0"/>
              </a:rPr>
              <a:t>እግዚአብሄር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አይጸጸትም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ይላል</a:t>
            </a:r>
            <a:r>
              <a:rPr lang="en-US" b="1" dirty="0" smtClean="0">
                <a:latin typeface="Power Geez Unicode1" panose="00000400000000000000" pitchFamily="2" charset="0"/>
              </a:rPr>
              <a:t>፡፡ </a:t>
            </a:r>
            <a:r>
              <a:rPr lang="en-US" b="1" dirty="0" err="1" smtClean="0">
                <a:latin typeface="Power Geez Unicode1" panose="00000400000000000000" pitchFamily="2" charset="0"/>
              </a:rPr>
              <a:t>ስለዚህ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የትኛው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እውነት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ነው</a:t>
            </a:r>
            <a:r>
              <a:rPr lang="en-US" b="1" dirty="0" smtClean="0">
                <a:latin typeface="Power Geez Unicode1" panose="00000400000000000000" pitchFamily="2" charset="0"/>
              </a:rPr>
              <a:t>?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b="1" dirty="0" err="1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መልስ</a:t>
            </a:r>
            <a:r>
              <a:rPr lang="en-US" b="1" dirty="0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፡- </a:t>
            </a:r>
            <a:r>
              <a:rPr lang="en-US" b="1" dirty="0" err="1" smtClean="0">
                <a:latin typeface="Power Geez Unicode1" panose="00000400000000000000" pitchFamily="2" charset="0"/>
              </a:rPr>
              <a:t>በዘፍ</a:t>
            </a:r>
            <a:r>
              <a:rPr lang="en-US" b="1" dirty="0" smtClean="0">
                <a:latin typeface="Power Geez Unicode1" panose="00000400000000000000" pitchFamily="2" charset="0"/>
              </a:rPr>
              <a:t> 6፡6 </a:t>
            </a:r>
            <a:r>
              <a:rPr lang="en-US" b="1" dirty="0" err="1" smtClean="0">
                <a:latin typeface="Power Geez Unicode1" panose="00000400000000000000" pitchFamily="2" charset="0"/>
              </a:rPr>
              <a:t>ላይ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ያለው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ቃል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እግዚአብሄር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በሰው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ኃጢአት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ማዘኑን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ሲያመለክት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በእንግሊዘኛው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መጽሐፍ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ቅዱስ</a:t>
            </a:r>
            <a:r>
              <a:rPr lang="en-US" b="1" dirty="0" smtClean="0">
                <a:latin typeface="Power Geez Unicode1" panose="00000400000000000000" pitchFamily="2" charset="0"/>
              </a:rPr>
              <a:t> “grieved” </a:t>
            </a:r>
            <a:r>
              <a:rPr lang="en-US" b="1" dirty="0" err="1" smtClean="0">
                <a:latin typeface="Power Geez Unicode1" panose="00000400000000000000" pitchFamily="2" charset="0"/>
              </a:rPr>
              <a:t>የሚል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ቃል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ተጠቅሞአል</a:t>
            </a:r>
            <a:r>
              <a:rPr lang="en-US" b="1" dirty="0" smtClean="0">
                <a:latin typeface="Power Geez Unicode1" panose="00000400000000000000" pitchFamily="2" charset="0"/>
              </a:rPr>
              <a:t>፡፡ በ1ኛሳሙ 15፡29 </a:t>
            </a:r>
            <a:r>
              <a:rPr lang="en-US" b="1" dirty="0" err="1" smtClean="0">
                <a:latin typeface="Power Geez Unicode1" panose="00000400000000000000" pitchFamily="2" charset="0"/>
              </a:rPr>
              <a:t>ላይ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እግዚአብሄር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ሐሳቡን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ወይም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ውሳኔውን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እንደማይቀይር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ይገልጻል</a:t>
            </a:r>
            <a:r>
              <a:rPr lang="en-US" b="1" dirty="0" smtClean="0">
                <a:latin typeface="Power Geez Unicode1" panose="00000400000000000000" pitchFamily="2" charset="0"/>
              </a:rPr>
              <a:t>፡፡ </a:t>
            </a:r>
            <a:r>
              <a:rPr lang="en-US" b="1" dirty="0" err="1" smtClean="0">
                <a:latin typeface="Power Geez Unicode1" panose="00000400000000000000" pitchFamily="2" charset="0"/>
              </a:rPr>
              <a:t>በእንግሊዘኛ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መጽሐፍ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ቅዱስ</a:t>
            </a:r>
            <a:r>
              <a:rPr lang="en-US" b="1" dirty="0" smtClean="0">
                <a:latin typeface="Power Geez Unicode1" panose="00000400000000000000" pitchFamily="2" charset="0"/>
              </a:rPr>
              <a:t> “he does not change his mind” </a:t>
            </a:r>
            <a:r>
              <a:rPr lang="en-US" b="1" dirty="0" err="1" smtClean="0">
                <a:latin typeface="Power Geez Unicode1" panose="00000400000000000000" pitchFamily="2" charset="0"/>
              </a:rPr>
              <a:t>የሚል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ቃል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ተጠቅሞአል</a:t>
            </a:r>
            <a:r>
              <a:rPr lang="en-US" b="1" dirty="0" smtClean="0">
                <a:latin typeface="Power Geez Unicode1" panose="00000400000000000000" pitchFamily="2" charset="0"/>
              </a:rPr>
              <a:t>፡፡ </a:t>
            </a:r>
            <a:r>
              <a:rPr lang="en-US" b="1" dirty="0" err="1" smtClean="0">
                <a:latin typeface="Power Geez Unicode1" panose="00000400000000000000" pitchFamily="2" charset="0"/>
              </a:rPr>
              <a:t>ስለዚህ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ተጸጸተ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የሚለው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ቃል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በመጀመሪያው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ጥቅስ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እግዚአብሄር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አዘነ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የሚል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ትርጉም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ሲኖረው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በሁለተኛው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ጥቅስ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እግዚአብሄር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ሐሳቡን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ወይም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ውሳኔውን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አይቀይርም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የሚል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ትርጉም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አለው</a:t>
            </a:r>
            <a:r>
              <a:rPr lang="en-US" b="1" dirty="0" smtClean="0">
                <a:latin typeface="Power Geez Unicode1" panose="00000400000000000000" pitchFamily="2" charset="0"/>
              </a:rPr>
              <a:t>፡፡ </a:t>
            </a:r>
            <a:r>
              <a:rPr lang="en-US" b="1" dirty="0" err="1" smtClean="0">
                <a:latin typeface="Power Geez Unicode1" panose="00000400000000000000" pitchFamily="2" charset="0"/>
              </a:rPr>
              <a:t>በመሆኑም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በሁለቱ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ጥቅሶች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መካከል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ምንም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የሐሳብ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ወይም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የትርጉም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ግጭት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የለም</a:t>
            </a:r>
            <a:r>
              <a:rPr lang="en-US" b="1" dirty="0" smtClean="0">
                <a:latin typeface="Power Geez Unicode1" panose="00000400000000000000" pitchFamily="2" charset="0"/>
              </a:rPr>
              <a:t>፡፡</a:t>
            </a:r>
            <a:endParaRPr lang="en-US" b="1" dirty="0">
              <a:latin typeface="Power Geez Unicode1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766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457200" y="152400"/>
            <a:ext cx="8229600" cy="12223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381000"/>
            <a:ext cx="8991600" cy="6400800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lnSpc>
                <a:spcPct val="170000"/>
              </a:lnSpc>
              <a:buNone/>
            </a:pP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8. </a:t>
            </a:r>
            <a:r>
              <a:rPr lang="en-US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ይሁዳ</a:t>
            </a: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የሞተው</a:t>
            </a: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ታንቆ</a:t>
            </a: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ወይስ</a:t>
            </a: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በግንባሩ</a:t>
            </a: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ተደፍቶ</a:t>
            </a: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?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b="1" dirty="0" err="1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ጥያቄ</a:t>
            </a:r>
            <a:r>
              <a:rPr lang="en-US" b="1" dirty="0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፡- </a:t>
            </a:r>
            <a:r>
              <a:rPr lang="en-US" b="1" dirty="0" err="1" smtClean="0">
                <a:latin typeface="Power Geez Unicode1" panose="00000400000000000000" pitchFamily="2" charset="0"/>
              </a:rPr>
              <a:t>በማቴ</a:t>
            </a:r>
            <a:r>
              <a:rPr lang="en-US" b="1" dirty="0" smtClean="0">
                <a:latin typeface="Power Geez Unicode1" panose="00000400000000000000" pitchFamily="2" charset="0"/>
              </a:rPr>
              <a:t> 27፡5 </a:t>
            </a:r>
            <a:r>
              <a:rPr lang="en-US" b="1" dirty="0" err="1" smtClean="0">
                <a:latin typeface="Power Geez Unicode1" panose="00000400000000000000" pitchFamily="2" charset="0"/>
              </a:rPr>
              <a:t>ይሁዳ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ታንቆ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ሞተ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ሲል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በሐዋ</a:t>
            </a:r>
            <a:r>
              <a:rPr lang="en-US" b="1" dirty="0" smtClean="0">
                <a:latin typeface="Power Geez Unicode1" panose="00000400000000000000" pitchFamily="2" charset="0"/>
              </a:rPr>
              <a:t> 1፡18 </a:t>
            </a:r>
            <a:r>
              <a:rPr lang="en-US" b="1" dirty="0" err="1" smtClean="0">
                <a:latin typeface="Power Geez Unicode1" panose="00000400000000000000" pitchFamily="2" charset="0"/>
              </a:rPr>
              <a:t>በግንባሩ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ተደፍቶ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አንጀቱ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ተዘርግፎ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ሞተ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ይላል</a:t>
            </a:r>
            <a:r>
              <a:rPr lang="en-US" b="1" dirty="0" smtClean="0">
                <a:latin typeface="Power Geez Unicode1" panose="00000400000000000000" pitchFamily="2" charset="0"/>
              </a:rPr>
              <a:t>፡፡ </a:t>
            </a:r>
            <a:r>
              <a:rPr lang="en-US" b="1" dirty="0" err="1" smtClean="0">
                <a:latin typeface="Power Geez Unicode1" panose="00000400000000000000" pitchFamily="2" charset="0"/>
              </a:rPr>
              <a:t>የትኛው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ነው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ትክክል</a:t>
            </a:r>
            <a:r>
              <a:rPr lang="en-US" b="1" dirty="0" smtClean="0">
                <a:latin typeface="Power Geez Unicode1" panose="00000400000000000000" pitchFamily="2" charset="0"/>
              </a:rPr>
              <a:t>?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b="1" dirty="0" err="1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መልስ</a:t>
            </a:r>
            <a:r>
              <a:rPr lang="en-US" b="1" dirty="0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፡- </a:t>
            </a:r>
            <a:r>
              <a:rPr lang="en-US" b="1" dirty="0" err="1" smtClean="0">
                <a:latin typeface="Power Geez Unicode1" panose="00000400000000000000" pitchFamily="2" charset="0"/>
              </a:rPr>
              <a:t>ይሁዳ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ኢየሱስ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እንደተፈረደበት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ሲያውቅ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ብሩን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በቤተመቅደስ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ጥሎ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ወጥቶ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ወደ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ሄኖም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ሸለቆ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ሄደ</a:t>
            </a:r>
            <a:r>
              <a:rPr lang="en-US" b="1" dirty="0" smtClean="0">
                <a:latin typeface="Power Geez Unicode1" panose="00000400000000000000" pitchFamily="2" charset="0"/>
              </a:rPr>
              <a:t>፡፡ </a:t>
            </a:r>
            <a:r>
              <a:rPr lang="en-US" b="1" dirty="0" err="1" smtClean="0">
                <a:latin typeface="Power Geez Unicode1" panose="00000400000000000000" pitchFamily="2" charset="0"/>
              </a:rPr>
              <a:t>ከዚያም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በኃላ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በኮረብታ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ላይ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በሚገኝ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ዛፍ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ላይ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ታንቆ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ሞተ</a:t>
            </a:r>
            <a:r>
              <a:rPr lang="en-US" b="1" dirty="0" smtClean="0">
                <a:latin typeface="Power Geez Unicode1" panose="00000400000000000000" pitchFamily="2" charset="0"/>
              </a:rPr>
              <a:t>፡፡ </a:t>
            </a:r>
            <a:r>
              <a:rPr lang="en-US" b="1" dirty="0" err="1" smtClean="0">
                <a:latin typeface="Power Geez Unicode1" panose="00000400000000000000" pitchFamily="2" charset="0"/>
              </a:rPr>
              <a:t>ነገር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ግን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ከተወሰነ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ጊዜ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በኃላ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የተሰቀለበት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ገመድ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ስለተበጠሰ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በኮረብታው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ሲንከባለል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ወርዶ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በሸለቆው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ውስጥ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በግንባሩ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ተደፍቶ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አንጀቱ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ተዘረገፈ</a:t>
            </a:r>
            <a:r>
              <a:rPr lang="en-US" b="1" dirty="0" smtClean="0">
                <a:latin typeface="Power Geez Unicode1" panose="00000400000000000000" pitchFamily="2" charset="0"/>
              </a:rPr>
              <a:t>፡፡ </a:t>
            </a:r>
            <a:r>
              <a:rPr lang="en-US" b="1" dirty="0" err="1" smtClean="0">
                <a:latin typeface="Power Geez Unicode1" panose="00000400000000000000" pitchFamily="2" charset="0"/>
              </a:rPr>
              <a:t>ስለዚህ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በማቴዎስ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ወንጌል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የአ</a:t>
            </a:r>
            <a:r>
              <a:rPr lang="am-ET" b="1" dirty="0" smtClean="0"/>
              <a:t>ሟሟ</a:t>
            </a:r>
            <a:r>
              <a:rPr lang="en-US" b="1" dirty="0" err="1" smtClean="0">
                <a:latin typeface="Power Geez Unicode1" panose="00000400000000000000" pitchFamily="2" charset="0"/>
              </a:rPr>
              <a:t>ቱን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የመጀመሪያ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ክፍል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ሲጽፍ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የሐዋሪያት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ስራ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ጸሐፊ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ደግሞ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የአ</a:t>
            </a:r>
            <a:r>
              <a:rPr lang="am-ET" b="1" dirty="0" smtClean="0"/>
              <a:t>ሟሟ</a:t>
            </a:r>
            <a:r>
              <a:rPr lang="en-US" b="1" dirty="0" smtClean="0">
                <a:latin typeface="Power Geez Unicode1" panose="00000400000000000000" pitchFamily="2" charset="0"/>
              </a:rPr>
              <a:t>ቱ </a:t>
            </a:r>
            <a:r>
              <a:rPr lang="en-US" b="1" dirty="0" err="1" smtClean="0">
                <a:latin typeface="Power Geez Unicode1" panose="00000400000000000000" pitchFamily="2" charset="0"/>
              </a:rPr>
              <a:t>የመጨረሻ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ክፍል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ጽፎአል</a:t>
            </a:r>
            <a:r>
              <a:rPr lang="en-US" b="1" dirty="0" smtClean="0">
                <a:latin typeface="Power Geez Unicode1" panose="00000400000000000000" pitchFamily="2" charset="0"/>
              </a:rPr>
              <a:t>፡፡ </a:t>
            </a:r>
            <a:r>
              <a:rPr lang="en-US" b="1" dirty="0" err="1" smtClean="0">
                <a:latin typeface="Power Geez Unicode1" panose="00000400000000000000" pitchFamily="2" charset="0"/>
              </a:rPr>
              <a:t>ስለዚህ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እነዚህ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ሁለት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ክፍሎች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የሚጋጩ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ሳይሆኑ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የይሁዳ</a:t>
            </a:r>
            <a:r>
              <a:rPr lang="en-US" b="1" dirty="0" smtClean="0">
                <a:latin typeface="Power Geez Unicode1" panose="00000400000000000000" pitchFamily="2" charset="0"/>
              </a:rPr>
              <a:t> አ</a:t>
            </a:r>
            <a:r>
              <a:rPr lang="am-ET" b="1" dirty="0" smtClean="0"/>
              <a:t>ሟሟ</a:t>
            </a:r>
            <a:r>
              <a:rPr lang="en-US" b="1" dirty="0" smtClean="0">
                <a:latin typeface="Power Geez Unicode1" panose="00000400000000000000" pitchFamily="2" charset="0"/>
              </a:rPr>
              <a:t>ት </a:t>
            </a:r>
            <a:r>
              <a:rPr lang="en-US" b="1" dirty="0" err="1" smtClean="0">
                <a:latin typeface="Power Geez Unicode1" panose="00000400000000000000" pitchFamily="2" charset="0"/>
              </a:rPr>
              <a:t>የተለያየ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ገጽታ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ያሳዩናል</a:t>
            </a:r>
            <a:r>
              <a:rPr lang="en-US" b="1" dirty="0" smtClean="0">
                <a:latin typeface="Power Geez Unicode1" panose="00000400000000000000" pitchFamily="2" charset="0"/>
              </a:rPr>
              <a:t>፡፡ </a:t>
            </a:r>
            <a:endParaRPr lang="en-US" b="1" dirty="0">
              <a:latin typeface="Power Geez Unicode1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4009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457200" y="228600"/>
            <a:ext cx="8229600" cy="4603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381000"/>
            <a:ext cx="8839200" cy="6324600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lnSpc>
                <a:spcPct val="170000"/>
              </a:lnSpc>
              <a:buNone/>
            </a:pP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9. </a:t>
            </a:r>
            <a:r>
              <a:rPr lang="en-US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ኢየሱስ</a:t>
            </a: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በምድር</a:t>
            </a: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ልብ</a:t>
            </a: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ውስጥ</a:t>
            </a: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ስንት</a:t>
            </a: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ቀን</a:t>
            </a: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ቆየ</a:t>
            </a: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?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b="1" dirty="0" err="1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ጥያቄ</a:t>
            </a:r>
            <a:r>
              <a:rPr lang="en-US" b="1" dirty="0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፡- </a:t>
            </a:r>
            <a:r>
              <a:rPr lang="en-US" b="1" dirty="0" err="1" smtClean="0">
                <a:latin typeface="Power Geez Unicode1" panose="00000400000000000000" pitchFamily="2" charset="0"/>
              </a:rPr>
              <a:t>በማቴ</a:t>
            </a:r>
            <a:r>
              <a:rPr lang="en-US" b="1" dirty="0" smtClean="0">
                <a:latin typeface="Power Geez Unicode1" panose="00000400000000000000" pitchFamily="2" charset="0"/>
              </a:rPr>
              <a:t> 12፡40 </a:t>
            </a:r>
            <a:r>
              <a:rPr lang="en-US" b="1" dirty="0" err="1" smtClean="0">
                <a:latin typeface="Power Geez Unicode1" panose="00000400000000000000" pitchFamily="2" charset="0"/>
              </a:rPr>
              <a:t>ላይ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ዮናስ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በአሳ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ነባሪ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ሆድ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ውስጥ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እንደነበረ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ኢየሱስ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በምድር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ልብ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ውስጥ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ሶስት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ቀንና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ሌሊት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በምድር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ልብ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ውስጥ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ይኖራል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ይላል</a:t>
            </a:r>
            <a:r>
              <a:rPr lang="en-US" b="1" dirty="0" smtClean="0">
                <a:latin typeface="Power Geez Unicode1" panose="00000400000000000000" pitchFamily="2" charset="0"/>
              </a:rPr>
              <a:t>፡፡ </a:t>
            </a:r>
            <a:r>
              <a:rPr lang="en-US" b="1" dirty="0" err="1" smtClean="0">
                <a:latin typeface="Power Geez Unicode1" panose="00000400000000000000" pitchFamily="2" charset="0"/>
              </a:rPr>
              <a:t>ነገር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ግን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ኢየሱስ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በምድር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ልብ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ውስጥ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ሁለት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ሌሊትና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አንድ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ሙሉ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ቀን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ብቻ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ነው</a:t>
            </a:r>
            <a:r>
              <a:rPr lang="en-US" b="1" dirty="0" smtClean="0">
                <a:latin typeface="Power Geez Unicode1" panose="00000400000000000000" pitchFamily="2" charset="0"/>
              </a:rPr>
              <a:t>፡፡ </a:t>
            </a:r>
            <a:r>
              <a:rPr lang="en-US" b="1" dirty="0" err="1" smtClean="0">
                <a:latin typeface="Power Geez Unicode1" panose="00000400000000000000" pitchFamily="2" charset="0"/>
              </a:rPr>
              <a:t>ስለዚህ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በዚህ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ክፍል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የተጻፈው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ትክክል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ነውን</a:t>
            </a:r>
            <a:r>
              <a:rPr lang="en-US" b="1" dirty="0" smtClean="0">
                <a:latin typeface="Power Geez Unicode1" panose="00000400000000000000" pitchFamily="2" charset="0"/>
              </a:rPr>
              <a:t>?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b="1" dirty="0" err="1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መልስ</a:t>
            </a:r>
            <a:r>
              <a:rPr lang="en-US" b="1" dirty="0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፡- </a:t>
            </a:r>
            <a:r>
              <a:rPr lang="en-US" b="1" dirty="0" err="1" smtClean="0">
                <a:latin typeface="Power Geez Unicode1" panose="00000400000000000000" pitchFamily="2" charset="0"/>
              </a:rPr>
              <a:t>በአይሁድ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የሰአት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አቆጣጠር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የሚጀምረው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ጸሐይ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ስትጠልቅ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ሲሆን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አንድ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ድርጊት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በየትኛውም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የቀኑ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ውስጥ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ብፈጸም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እንደ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ሙሉ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ቀንና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ሌሊት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ይቆጠራል</a:t>
            </a:r>
            <a:r>
              <a:rPr lang="en-US" b="1" dirty="0" smtClean="0">
                <a:latin typeface="Power Geez Unicode1" panose="00000400000000000000" pitchFamily="2" charset="0"/>
              </a:rPr>
              <a:t>፡፡ </a:t>
            </a:r>
            <a:r>
              <a:rPr lang="en-US" b="1" dirty="0" err="1" smtClean="0">
                <a:latin typeface="Power Geez Unicode1" panose="00000400000000000000" pitchFamily="2" charset="0"/>
              </a:rPr>
              <a:t>በዚህ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አቆጣጠር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መሰረት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ዒየሱስ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የሞተው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አርብ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ሲሆን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የተነሳው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እሁድ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ነበር</a:t>
            </a:r>
            <a:r>
              <a:rPr lang="en-US" b="1" dirty="0" smtClean="0">
                <a:latin typeface="Power Geez Unicode1" panose="00000400000000000000" pitchFamily="2" charset="0"/>
              </a:rPr>
              <a:t>፡፡ </a:t>
            </a:r>
            <a:r>
              <a:rPr lang="en-US" b="1" dirty="0" err="1" smtClean="0">
                <a:latin typeface="Power Geez Unicode1" panose="00000400000000000000" pitchFamily="2" charset="0"/>
              </a:rPr>
              <a:t>ስለዚህ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ዒየሱስ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አርብ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ቅዳሜና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እሁድ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በምድር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ልብ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ውስጥ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ነበር</a:t>
            </a:r>
            <a:r>
              <a:rPr lang="en-US" b="1" dirty="0" smtClean="0">
                <a:latin typeface="Power Geez Unicode1" panose="00000400000000000000" pitchFamily="2" charset="0"/>
              </a:rPr>
              <a:t>፡፡ </a:t>
            </a:r>
            <a:r>
              <a:rPr lang="en-US" b="1" dirty="0" err="1" smtClean="0">
                <a:latin typeface="Power Geez Unicode1" panose="00000400000000000000" pitchFamily="2" charset="0"/>
              </a:rPr>
              <a:t>ይህም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በአይሁድ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አቆጣጠር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መሰረት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ሶስት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ቀንና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ሶስት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ሌሊት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እንነደሆን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ይታመናል</a:t>
            </a:r>
            <a:r>
              <a:rPr lang="en-US" b="1" dirty="0" smtClean="0">
                <a:latin typeface="Power Geez Unicode1" panose="00000400000000000000" pitchFamily="2" charset="0"/>
              </a:rPr>
              <a:t>፡፡</a:t>
            </a:r>
            <a:endParaRPr lang="en-US" b="1" dirty="0">
              <a:latin typeface="Power Geez Unicode1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1627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457200" y="76200"/>
            <a:ext cx="8229600" cy="19843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381000"/>
            <a:ext cx="8839200" cy="6400800"/>
          </a:xfrm>
        </p:spPr>
        <p:txBody>
          <a:bodyPr>
            <a:normAutofit fontScale="55000" lnSpcReduction="20000"/>
          </a:bodyPr>
          <a:lstStyle/>
          <a:p>
            <a:pPr marL="0" indent="0" algn="just">
              <a:lnSpc>
                <a:spcPct val="170000"/>
              </a:lnSpc>
              <a:buNone/>
            </a:pPr>
            <a:r>
              <a:rPr lang="en-US" sz="5100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10. </a:t>
            </a:r>
            <a:r>
              <a:rPr lang="en-US" sz="5100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ኢየሱስ</a:t>
            </a:r>
            <a:r>
              <a:rPr lang="en-US" sz="5100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 </a:t>
            </a:r>
            <a:r>
              <a:rPr lang="en-US" sz="5100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የተሰቀለው</a:t>
            </a:r>
            <a:r>
              <a:rPr lang="en-US" sz="5100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 6 </a:t>
            </a:r>
            <a:r>
              <a:rPr lang="en-US" sz="5100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ሰአት</a:t>
            </a:r>
            <a:r>
              <a:rPr lang="en-US" sz="5100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 </a:t>
            </a:r>
            <a:r>
              <a:rPr lang="en-US" sz="5100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ወይስ</a:t>
            </a:r>
            <a:r>
              <a:rPr lang="en-US" sz="5100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 3 </a:t>
            </a:r>
            <a:r>
              <a:rPr lang="en-US" sz="5100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ሰአት</a:t>
            </a:r>
            <a:r>
              <a:rPr lang="en-US" sz="5100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 </a:t>
            </a:r>
            <a:r>
              <a:rPr lang="en-US" sz="5100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ነው</a:t>
            </a:r>
            <a:r>
              <a:rPr lang="en-US" sz="5100" b="1" dirty="0">
                <a:solidFill>
                  <a:srgbClr val="FF0000"/>
                </a:solidFill>
                <a:latin typeface="Power Geez Unicode1" panose="00000400000000000000" pitchFamily="2" charset="0"/>
              </a:rPr>
              <a:t>?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4400" b="1" dirty="0" err="1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ጥያቄ</a:t>
            </a:r>
            <a:r>
              <a:rPr lang="en-US" sz="4400" b="1" dirty="0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፡- </a:t>
            </a:r>
            <a:r>
              <a:rPr lang="en-US" b="1" dirty="0" err="1" smtClean="0">
                <a:latin typeface="Power Geez Unicode1" panose="00000400000000000000" pitchFamily="2" charset="0"/>
              </a:rPr>
              <a:t>በዮሐ</a:t>
            </a:r>
            <a:r>
              <a:rPr lang="en-US" b="1" dirty="0" smtClean="0">
                <a:latin typeface="Power Geez Unicode1" panose="00000400000000000000" pitchFamily="2" charset="0"/>
              </a:rPr>
              <a:t> 19፡14-16 </a:t>
            </a:r>
            <a:r>
              <a:rPr lang="en-US" b="1" dirty="0" err="1" smtClean="0">
                <a:latin typeface="Power Geez Unicode1" panose="00000400000000000000" pitchFamily="2" charset="0"/>
              </a:rPr>
              <a:t>ኢየሱስ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የተሰቀለው</a:t>
            </a:r>
            <a:r>
              <a:rPr lang="en-US" b="1" dirty="0" smtClean="0">
                <a:latin typeface="Power Geez Unicode1" panose="00000400000000000000" pitchFamily="2" charset="0"/>
              </a:rPr>
              <a:t> 6 </a:t>
            </a:r>
            <a:r>
              <a:rPr lang="en-US" b="1" dirty="0" err="1" smtClean="0">
                <a:latin typeface="Power Geez Unicode1" panose="00000400000000000000" pitchFamily="2" charset="0"/>
              </a:rPr>
              <a:t>ሰአት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እንደሆነ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ሲገልጽ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ማር</a:t>
            </a:r>
            <a:r>
              <a:rPr lang="en-US" b="1" dirty="0" smtClean="0">
                <a:latin typeface="Power Geez Unicode1" panose="00000400000000000000" pitchFamily="2" charset="0"/>
              </a:rPr>
              <a:t> 15፡25 </a:t>
            </a:r>
            <a:r>
              <a:rPr lang="en-US" b="1" dirty="0" err="1" smtClean="0">
                <a:latin typeface="Power Geez Unicode1" panose="00000400000000000000" pitchFamily="2" charset="0"/>
              </a:rPr>
              <a:t>ደግሞ</a:t>
            </a:r>
            <a:r>
              <a:rPr lang="en-US" b="1" dirty="0" smtClean="0">
                <a:latin typeface="Power Geez Unicode1" panose="00000400000000000000" pitchFamily="2" charset="0"/>
              </a:rPr>
              <a:t> 3 </a:t>
            </a:r>
            <a:r>
              <a:rPr lang="en-US" b="1" dirty="0" err="1" smtClean="0">
                <a:latin typeface="Power Geez Unicode1" panose="00000400000000000000" pitchFamily="2" charset="0"/>
              </a:rPr>
              <a:t>ሰአት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ይላል</a:t>
            </a:r>
            <a:r>
              <a:rPr lang="en-US" b="1" dirty="0" smtClean="0">
                <a:latin typeface="Power Geez Unicode1" panose="00000400000000000000" pitchFamily="2" charset="0"/>
              </a:rPr>
              <a:t>፡፡ </a:t>
            </a:r>
            <a:r>
              <a:rPr lang="en-US" b="1" dirty="0" err="1" smtClean="0">
                <a:latin typeface="Power Geez Unicode1" panose="00000400000000000000" pitchFamily="2" charset="0"/>
              </a:rPr>
              <a:t>የትኛው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እውነት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ነው</a:t>
            </a:r>
            <a:r>
              <a:rPr lang="en-US" b="1" dirty="0">
                <a:latin typeface="Power Geez Unicode1" panose="00000400000000000000" pitchFamily="2" charset="0"/>
              </a:rPr>
              <a:t>?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4400" b="1" dirty="0" err="1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መልስ</a:t>
            </a:r>
            <a:r>
              <a:rPr lang="en-US" sz="4400" b="1" dirty="0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፡- </a:t>
            </a:r>
            <a:r>
              <a:rPr lang="en-US" b="1" dirty="0" err="1" smtClean="0">
                <a:latin typeface="Power Geez Unicode1" panose="00000400000000000000" pitchFamily="2" charset="0"/>
              </a:rPr>
              <a:t>ሁለቱ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የመጽሐፍ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ቅዱስ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ጸሐፊዎች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መልዕክታቸውን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የጻፉት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በተለያየ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ቦታ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ለሚኖሩ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ተደራሲያን</a:t>
            </a:r>
            <a:r>
              <a:rPr lang="en-US" b="1" dirty="0" smtClean="0">
                <a:latin typeface="Power Geez Unicode1" panose="00000400000000000000" pitchFamily="2" charset="0"/>
              </a:rPr>
              <a:t> (</a:t>
            </a:r>
            <a:r>
              <a:rPr lang="en-US" b="1" dirty="0" err="1" smtClean="0">
                <a:latin typeface="Power Geez Unicode1" panose="00000400000000000000" pitchFamily="2" charset="0"/>
              </a:rPr>
              <a:t>ሰዎች</a:t>
            </a:r>
            <a:r>
              <a:rPr lang="en-US" b="1" dirty="0" smtClean="0">
                <a:latin typeface="Power Geez Unicode1" panose="00000400000000000000" pitchFamily="2" charset="0"/>
              </a:rPr>
              <a:t>) </a:t>
            </a:r>
            <a:r>
              <a:rPr lang="en-US" b="1" dirty="0" err="1" smtClean="0">
                <a:latin typeface="Power Geez Unicode1" panose="00000400000000000000" pitchFamily="2" charset="0"/>
              </a:rPr>
              <a:t>ነበር</a:t>
            </a:r>
            <a:r>
              <a:rPr lang="en-US" b="1" dirty="0" smtClean="0">
                <a:latin typeface="Power Geez Unicode1" panose="00000400000000000000" pitchFamily="2" charset="0"/>
              </a:rPr>
              <a:t>፡፡ </a:t>
            </a:r>
            <a:r>
              <a:rPr lang="en-US" b="1" dirty="0" err="1" smtClean="0">
                <a:latin typeface="Power Geez Unicode1" panose="00000400000000000000" pitchFamily="2" charset="0"/>
              </a:rPr>
              <a:t>ዮሐንስ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የጻፈው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ኤዥያ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ማይነር</a:t>
            </a:r>
            <a:r>
              <a:rPr lang="en-US" b="1" dirty="0" smtClean="0">
                <a:latin typeface="Power Geez Unicode1" panose="00000400000000000000" pitchFamily="2" charset="0"/>
              </a:rPr>
              <a:t> (</a:t>
            </a:r>
            <a:r>
              <a:rPr lang="en-US" b="1" dirty="0" err="1" smtClean="0">
                <a:latin typeface="Power Geez Unicode1" panose="00000400000000000000" pitchFamily="2" charset="0"/>
              </a:rPr>
              <a:t>ቱርክ</a:t>
            </a:r>
            <a:r>
              <a:rPr lang="en-US" b="1" dirty="0" smtClean="0">
                <a:latin typeface="Power Geez Unicode1" panose="00000400000000000000" pitchFamily="2" charset="0"/>
              </a:rPr>
              <a:t>) </a:t>
            </a:r>
            <a:r>
              <a:rPr lang="en-US" b="1" dirty="0" err="1" smtClean="0">
                <a:latin typeface="Power Geez Unicode1" panose="00000400000000000000" pitchFamily="2" charset="0"/>
              </a:rPr>
              <a:t>ለነበሩ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ሰዎች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ሲሆን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የሮማ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መንግስት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የሰአት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አቆጣጠር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የሚጠቀሙ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ነበሩ</a:t>
            </a:r>
            <a:r>
              <a:rPr lang="en-US" b="1" dirty="0" smtClean="0">
                <a:latin typeface="Power Geez Unicode1" panose="00000400000000000000" pitchFamily="2" charset="0"/>
              </a:rPr>
              <a:t>፡፡ </a:t>
            </a:r>
            <a:r>
              <a:rPr lang="en-US" b="1" dirty="0" err="1" smtClean="0">
                <a:latin typeface="Power Geez Unicode1" panose="00000400000000000000" pitchFamily="2" charset="0"/>
              </a:rPr>
              <a:t>ነገር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ግን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ማርቆስ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የጻፈው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በአይሁድ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የሰአት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አቆጣጠር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ነበር</a:t>
            </a:r>
            <a:r>
              <a:rPr lang="en-US" b="1" dirty="0" smtClean="0">
                <a:latin typeface="Power Geez Unicode1" panose="00000400000000000000" pitchFamily="2" charset="0"/>
              </a:rPr>
              <a:t>፡፡ </a:t>
            </a:r>
            <a:r>
              <a:rPr lang="en-US" b="1" dirty="0" err="1" smtClean="0">
                <a:latin typeface="Power Geez Unicode1" panose="00000400000000000000" pitchFamily="2" charset="0"/>
              </a:rPr>
              <a:t>ስለዚህ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ኢየሱስ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የተሰቀለው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በሮማ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የሰአት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አቆጣጠር</a:t>
            </a:r>
            <a:r>
              <a:rPr lang="en-US" b="1" dirty="0" smtClean="0">
                <a:latin typeface="Power Geez Unicode1" panose="00000400000000000000" pitchFamily="2" charset="0"/>
              </a:rPr>
              <a:t> በ6 </a:t>
            </a:r>
            <a:r>
              <a:rPr lang="en-US" b="1" dirty="0" err="1" smtClean="0">
                <a:latin typeface="Power Geez Unicode1" panose="00000400000000000000" pitchFamily="2" charset="0"/>
              </a:rPr>
              <a:t>ሰአት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ሲሆን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በአይሁድ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አቆጣጠር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ግን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በሶሰት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ሰአት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ነበር</a:t>
            </a:r>
            <a:r>
              <a:rPr lang="en-US" b="1" dirty="0" smtClean="0">
                <a:latin typeface="Power Geez Unicode1" panose="00000400000000000000" pitchFamily="2" charset="0"/>
              </a:rPr>
              <a:t>፡፡ </a:t>
            </a:r>
            <a:r>
              <a:rPr lang="en-US" b="1" dirty="0" err="1" smtClean="0">
                <a:latin typeface="Power Geez Unicode1" panose="00000400000000000000" pitchFamily="2" charset="0"/>
              </a:rPr>
              <a:t>በሌላ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በኩል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አይሁዶች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የቀን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ክፍለ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ጊዜ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በአራት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ከፍለው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ቀትር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ላይ</a:t>
            </a:r>
            <a:r>
              <a:rPr lang="en-US" b="1" dirty="0" smtClean="0">
                <a:latin typeface="Power Geez Unicode1" panose="00000400000000000000" pitchFamily="2" charset="0"/>
              </a:rPr>
              <a:t> 3 </a:t>
            </a:r>
            <a:r>
              <a:rPr lang="en-US" b="1" dirty="0" err="1" smtClean="0">
                <a:latin typeface="Power Geez Unicode1" panose="00000400000000000000" pitchFamily="2" charset="0"/>
              </a:rPr>
              <a:t>ሰአት</a:t>
            </a:r>
            <a:r>
              <a:rPr lang="en-US" b="1" dirty="0" smtClean="0">
                <a:latin typeface="Power Geez Unicode1" panose="00000400000000000000" pitchFamily="2" charset="0"/>
              </a:rPr>
              <a:t>፣ </a:t>
            </a:r>
            <a:r>
              <a:rPr lang="en-US" b="1" dirty="0" err="1" smtClean="0">
                <a:latin typeface="Power Geez Unicode1" panose="00000400000000000000" pitchFamily="2" charset="0"/>
              </a:rPr>
              <a:t>ቀን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ላይ</a:t>
            </a:r>
            <a:r>
              <a:rPr lang="en-US" b="1" dirty="0" smtClean="0">
                <a:latin typeface="Power Geez Unicode1" panose="00000400000000000000" pitchFamily="2" charset="0"/>
              </a:rPr>
              <a:t> 6 </a:t>
            </a:r>
            <a:r>
              <a:rPr lang="en-US" b="1" dirty="0" err="1" smtClean="0">
                <a:latin typeface="Power Geez Unicode1" panose="00000400000000000000" pitchFamily="2" charset="0"/>
              </a:rPr>
              <a:t>ሰአት</a:t>
            </a:r>
            <a:r>
              <a:rPr lang="en-US" b="1" dirty="0" smtClean="0">
                <a:latin typeface="Power Geez Unicode1" panose="00000400000000000000" pitchFamily="2" charset="0"/>
              </a:rPr>
              <a:t>፣ </a:t>
            </a:r>
            <a:r>
              <a:rPr lang="en-US" b="1" dirty="0" err="1" smtClean="0">
                <a:latin typeface="Power Geez Unicode1" panose="00000400000000000000" pitchFamily="2" charset="0"/>
              </a:rPr>
              <a:t>ከሰአት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በኃላ</a:t>
            </a:r>
            <a:r>
              <a:rPr lang="en-US" b="1" dirty="0" smtClean="0">
                <a:latin typeface="Power Geez Unicode1" panose="00000400000000000000" pitchFamily="2" charset="0"/>
              </a:rPr>
              <a:t> 9 </a:t>
            </a:r>
            <a:r>
              <a:rPr lang="en-US" b="1" dirty="0" err="1" smtClean="0">
                <a:latin typeface="Power Geez Unicode1" panose="00000400000000000000" pitchFamily="2" charset="0"/>
              </a:rPr>
              <a:t>ሰአት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እንዲሁም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ማምሻው</a:t>
            </a:r>
            <a:r>
              <a:rPr lang="en-US" b="1" dirty="0" smtClean="0">
                <a:latin typeface="Power Geez Unicode1" panose="00000400000000000000" pitchFamily="2" charset="0"/>
              </a:rPr>
              <a:t> 12 </a:t>
            </a:r>
            <a:r>
              <a:rPr lang="en-US" b="1" dirty="0" err="1" smtClean="0">
                <a:latin typeface="Power Geez Unicode1" panose="00000400000000000000" pitchFamily="2" charset="0"/>
              </a:rPr>
              <a:t>ሰአት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በማለት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ይከፍሉ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ነበር</a:t>
            </a:r>
            <a:r>
              <a:rPr lang="en-US" b="1" dirty="0" smtClean="0">
                <a:latin typeface="Power Geez Unicode1" panose="00000400000000000000" pitchFamily="2" charset="0"/>
              </a:rPr>
              <a:t>፡፡ </a:t>
            </a:r>
            <a:r>
              <a:rPr lang="en-US" b="1" dirty="0" err="1" smtClean="0">
                <a:latin typeface="Power Geez Unicode1" panose="00000400000000000000" pitchFamily="2" charset="0"/>
              </a:rPr>
              <a:t>ስለዚህ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በቀትርና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በቀን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መካከል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የተፈጸመን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ድርጊት</a:t>
            </a:r>
            <a:r>
              <a:rPr lang="en-US" b="1" dirty="0" smtClean="0">
                <a:latin typeface="Power Geez Unicode1" panose="00000400000000000000" pitchFamily="2" charset="0"/>
              </a:rPr>
              <a:t> 3 </a:t>
            </a:r>
            <a:r>
              <a:rPr lang="en-US" b="1" dirty="0" err="1" smtClean="0">
                <a:latin typeface="Power Geez Unicode1" panose="00000400000000000000" pitchFamily="2" charset="0"/>
              </a:rPr>
              <a:t>ሰአት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ወይም</a:t>
            </a:r>
            <a:r>
              <a:rPr lang="en-US" b="1" dirty="0" smtClean="0">
                <a:latin typeface="Power Geez Unicode1" panose="00000400000000000000" pitchFamily="2" charset="0"/>
              </a:rPr>
              <a:t> 6 </a:t>
            </a:r>
            <a:r>
              <a:rPr lang="en-US" b="1" dirty="0" err="1" smtClean="0">
                <a:latin typeface="Power Geez Unicode1" panose="00000400000000000000" pitchFamily="2" charset="0"/>
              </a:rPr>
              <a:t>ሰአት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ብለው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ሊጠሩት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ይችላሉ</a:t>
            </a:r>
            <a:r>
              <a:rPr lang="en-US" b="1" dirty="0" smtClean="0">
                <a:latin typeface="Power Geez Unicode1" panose="00000400000000000000" pitchFamily="2" charset="0"/>
              </a:rPr>
              <a:t>፡፡ </a:t>
            </a:r>
            <a:r>
              <a:rPr lang="en-US" b="1" dirty="0" err="1" smtClean="0">
                <a:latin typeface="Power Geez Unicode1" panose="00000400000000000000" pitchFamily="2" charset="0"/>
              </a:rPr>
              <a:t>በመሆኑም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ሁለቱ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ጸሐፊዎች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የተለያየ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የሰአት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አቆጣጠር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ተጠቅመው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ጽፈዋል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እንጂ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እርስ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በርሱ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የሚጋጭ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መልዕክት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አልጻፉም</a:t>
            </a:r>
            <a:r>
              <a:rPr lang="en-US" b="1" dirty="0" smtClean="0">
                <a:latin typeface="Power Geez Unicode1" panose="00000400000000000000" pitchFamily="2" charset="0"/>
              </a:rPr>
              <a:t>፡፡ </a:t>
            </a:r>
            <a:endParaRPr lang="en-US" b="1" dirty="0">
              <a:latin typeface="Power Geez Unicode1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863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457200" y="152400"/>
            <a:ext cx="8229600" cy="12223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304800"/>
            <a:ext cx="8763000" cy="6781800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lnSpc>
                <a:spcPct val="170000"/>
              </a:lnSpc>
              <a:buNone/>
            </a:pP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11. </a:t>
            </a:r>
            <a:r>
              <a:rPr lang="en-US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እግዚአብሄር</a:t>
            </a: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ምላጭ</a:t>
            </a: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ይከራያልን</a:t>
            </a:r>
            <a:r>
              <a:rPr lang="en-US" b="1" dirty="0">
                <a:solidFill>
                  <a:srgbClr val="FF0000"/>
                </a:solidFill>
                <a:latin typeface="Power Geez Unicode1" panose="00000400000000000000" pitchFamily="2" charset="0"/>
              </a:rPr>
              <a:t>?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b="1" dirty="0" err="1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ጥያቄ</a:t>
            </a:r>
            <a:r>
              <a:rPr lang="en-US" b="1" dirty="0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፡- </a:t>
            </a:r>
            <a:r>
              <a:rPr lang="en-US" b="1" dirty="0" err="1" smtClean="0">
                <a:latin typeface="Power Geez Unicode1" panose="00000400000000000000" pitchFamily="2" charset="0"/>
              </a:rPr>
              <a:t>በኢሳ</a:t>
            </a:r>
            <a:r>
              <a:rPr lang="en-US" b="1" dirty="0" smtClean="0">
                <a:latin typeface="Power Geez Unicode1" panose="00000400000000000000" pitchFamily="2" charset="0"/>
              </a:rPr>
              <a:t> 7፡20 </a:t>
            </a:r>
            <a:r>
              <a:rPr lang="en-US" b="1" dirty="0" err="1" smtClean="0">
                <a:latin typeface="Power Geez Unicode1" panose="00000400000000000000" pitchFamily="2" charset="0"/>
              </a:rPr>
              <a:t>እግዚአብሄር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ከወንዙ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ማዶ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ምላጭ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ይከራያል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ይላል</a:t>
            </a:r>
            <a:r>
              <a:rPr lang="en-US" b="1" dirty="0" smtClean="0">
                <a:latin typeface="Power Geez Unicode1" panose="00000400000000000000" pitchFamily="2" charset="0"/>
              </a:rPr>
              <a:t>፡፡ </a:t>
            </a:r>
            <a:r>
              <a:rPr lang="en-US" b="1" dirty="0" err="1" smtClean="0">
                <a:latin typeface="Power Geez Unicode1" panose="00000400000000000000" pitchFamily="2" charset="0"/>
              </a:rPr>
              <a:t>ስለዚህ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እግዚአብሄር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ምላጭ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የሚከራይ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ድሃ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ነውን</a:t>
            </a:r>
            <a:r>
              <a:rPr lang="en-US" b="1" dirty="0">
                <a:latin typeface="Power Geez Unicode1" panose="00000400000000000000" pitchFamily="2" charset="0"/>
              </a:rPr>
              <a:t>?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b="1" dirty="0" err="1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መልስ</a:t>
            </a:r>
            <a:r>
              <a:rPr lang="en-US" b="1" dirty="0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፡- </a:t>
            </a:r>
            <a:r>
              <a:rPr lang="en-US" b="1" dirty="0" err="1" smtClean="0">
                <a:latin typeface="Power Geez Unicode1" panose="00000400000000000000" pitchFamily="2" charset="0"/>
              </a:rPr>
              <a:t>ኢሳ</a:t>
            </a:r>
            <a:r>
              <a:rPr lang="en-US" b="1" dirty="0" smtClean="0">
                <a:latin typeface="Power Geez Unicode1" panose="00000400000000000000" pitchFamily="2" charset="0"/>
              </a:rPr>
              <a:t> 7፡20 </a:t>
            </a:r>
            <a:r>
              <a:rPr lang="en-US" b="1" dirty="0" err="1" smtClean="0">
                <a:latin typeface="Power Geez Unicode1" panose="00000400000000000000" pitchFamily="2" charset="0"/>
              </a:rPr>
              <a:t>መተርጎም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ያለበት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ኢሳ</a:t>
            </a:r>
            <a:r>
              <a:rPr lang="en-US" b="1" dirty="0" smtClean="0">
                <a:latin typeface="Power Geez Unicode1" panose="00000400000000000000" pitchFamily="2" charset="0"/>
              </a:rPr>
              <a:t> 7፡1-25 </a:t>
            </a:r>
            <a:r>
              <a:rPr lang="en-US" b="1" dirty="0" err="1" smtClean="0">
                <a:latin typeface="Power Geez Unicode1" panose="00000400000000000000" pitchFamily="2" charset="0"/>
              </a:rPr>
              <a:t>ካለው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ክፍል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ጋር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ተዛምዶ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መሆን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አለበት</a:t>
            </a:r>
            <a:r>
              <a:rPr lang="en-US" b="1" dirty="0" smtClean="0">
                <a:latin typeface="Power Geez Unicode1" panose="00000400000000000000" pitchFamily="2" charset="0"/>
              </a:rPr>
              <a:t>፡፡ </a:t>
            </a:r>
            <a:r>
              <a:rPr lang="en-US" b="1" dirty="0" err="1" smtClean="0">
                <a:latin typeface="Power Geez Unicode1" panose="00000400000000000000" pitchFamily="2" charset="0"/>
              </a:rPr>
              <a:t>በዚህ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ክፍል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ምላጭ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ተብሎ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የተጠቀሰው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የአሶር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ንጉስ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እንጂ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የብረት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ምላጭ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አይደለም</a:t>
            </a:r>
            <a:r>
              <a:rPr lang="en-US" b="1" dirty="0" smtClean="0">
                <a:latin typeface="Power Geez Unicode1" panose="00000400000000000000" pitchFamily="2" charset="0"/>
              </a:rPr>
              <a:t>፡፡ </a:t>
            </a:r>
            <a:r>
              <a:rPr lang="en-US" b="1" dirty="0" err="1">
                <a:latin typeface="Power Geez Unicode1" panose="00000400000000000000" pitchFamily="2" charset="0"/>
              </a:rPr>
              <a:t>የ</a:t>
            </a:r>
            <a:r>
              <a:rPr lang="en-US" b="1" dirty="0" err="1" smtClean="0">
                <a:latin typeface="Power Geez Unicode1" panose="00000400000000000000" pitchFamily="2" charset="0"/>
              </a:rPr>
              <a:t>ክፍሉ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ታሪክ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ስንመለከት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ነብዩ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ኢሳያስና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ልጁ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ያስሁብ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ወ</a:t>
            </a:r>
            <a:r>
              <a:rPr lang="en-US" b="1" dirty="0" err="1" smtClean="0">
                <a:latin typeface="Power Geez Unicode1" panose="00000400000000000000" pitchFamily="2" charset="0"/>
              </a:rPr>
              <a:t>ደ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ንጉስ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አካዝ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ሄደው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ከአሶርና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ከእስራኤል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ነገስታት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በተላከበት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ማስፈራሪያ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እንዳይደነግጥ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ነገር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ግን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ከእግዚአብሄር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ምልክት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እንዲጠይቅ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ሲነግሩት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አሻፈረኝ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ብሎአል</a:t>
            </a:r>
            <a:r>
              <a:rPr lang="en-US" b="1" dirty="0" smtClean="0">
                <a:latin typeface="Power Geez Unicode1" panose="00000400000000000000" pitchFamily="2" charset="0"/>
              </a:rPr>
              <a:t>፡፡ </a:t>
            </a:r>
            <a:r>
              <a:rPr lang="en-US" b="1" dirty="0" err="1" smtClean="0">
                <a:latin typeface="Power Geez Unicode1" panose="00000400000000000000" pitchFamily="2" charset="0"/>
              </a:rPr>
              <a:t>ካለመታዘዙ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የተነሳ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በአካዝና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በህዝቡ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ላይ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እግዚአብሄር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ስለሚያመጣው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ቅጣት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ከቁጥር</a:t>
            </a:r>
            <a:r>
              <a:rPr lang="en-US" b="1" dirty="0" smtClean="0">
                <a:latin typeface="Power Geez Unicode1" panose="00000400000000000000" pitchFamily="2" charset="0"/>
              </a:rPr>
              <a:t> 17-25 </a:t>
            </a:r>
            <a:r>
              <a:rPr lang="en-US" b="1" dirty="0" err="1" smtClean="0">
                <a:latin typeface="Power Geez Unicode1" panose="00000400000000000000" pitchFamily="2" charset="0"/>
              </a:rPr>
              <a:t>ይዘረዝራል</a:t>
            </a:r>
            <a:r>
              <a:rPr lang="en-US" b="1" dirty="0" smtClean="0">
                <a:latin typeface="Power Geez Unicode1" panose="00000400000000000000" pitchFamily="2" charset="0"/>
              </a:rPr>
              <a:t>፡፡ </a:t>
            </a:r>
            <a:r>
              <a:rPr lang="en-US" b="1" dirty="0" err="1" smtClean="0">
                <a:latin typeface="Power Geez Unicode1" panose="00000400000000000000" pitchFamily="2" charset="0"/>
              </a:rPr>
              <a:t>ስለዚህ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ህዝቡ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ያልሆነውን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የአሶር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ንጉስ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በማስነሳት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ህዝቡ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የሆነውን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የይሁዳንነ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ህዝብ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እንደሚቀጣ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ይናገራል</a:t>
            </a:r>
            <a:r>
              <a:rPr lang="en-US" b="1" dirty="0" smtClean="0">
                <a:latin typeface="Power Geez Unicode1" panose="00000400000000000000" pitchFamily="2" charset="0"/>
              </a:rPr>
              <a:t>፡፡ </a:t>
            </a:r>
            <a:r>
              <a:rPr lang="en-US" b="1" dirty="0" err="1" smtClean="0">
                <a:latin typeface="Power Geez Unicode1" panose="00000400000000000000" pitchFamily="2" charset="0"/>
              </a:rPr>
              <a:t>በመሆኑም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ምላጭ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የተባለው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የአሶር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ንጉስ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ሲሆን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ተከራየ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የሚለው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ደግሞ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በእግዚአብሄር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ያለተመረጠውን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ህዝብ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መጠቀሙን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ያመለክታል</a:t>
            </a:r>
            <a:r>
              <a:rPr lang="en-US" b="1" dirty="0" smtClean="0">
                <a:latin typeface="Power Geez Unicode1" panose="00000400000000000000" pitchFamily="2" charset="0"/>
              </a:rPr>
              <a:t>፡፡ </a:t>
            </a:r>
            <a:r>
              <a:rPr lang="en-US" b="1" dirty="0" err="1" smtClean="0">
                <a:latin typeface="Power Geez Unicode1" panose="00000400000000000000" pitchFamily="2" charset="0"/>
              </a:rPr>
              <a:t>መላጨት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የሚለው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ደግሞ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በስዕላለዊ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አገላለጥ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መከራንና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ጉስቁልናን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ያመለክታል</a:t>
            </a:r>
            <a:r>
              <a:rPr lang="en-US" b="1" dirty="0" smtClean="0">
                <a:latin typeface="Power Geez Unicode1" panose="00000400000000000000" pitchFamily="2" charset="0"/>
              </a:rPr>
              <a:t>፡፡</a:t>
            </a:r>
            <a:endParaRPr lang="en-US" b="1" dirty="0">
              <a:latin typeface="Power Geez Unicode1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0447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457200" y="152400"/>
            <a:ext cx="8229600" cy="12223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381000"/>
            <a:ext cx="8915400" cy="6400800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12. </a:t>
            </a:r>
            <a:r>
              <a:rPr lang="en-US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እግዚአብሄር</a:t>
            </a: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ያነቀላፋል</a:t>
            </a: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ወይስ</a:t>
            </a: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አያንቀላፋም</a:t>
            </a:r>
            <a:r>
              <a:rPr lang="en-US" b="1" dirty="0">
                <a:solidFill>
                  <a:srgbClr val="FF0000"/>
                </a:solidFill>
                <a:latin typeface="Power Geez Unicode1" panose="00000400000000000000" pitchFamily="2" charset="0"/>
              </a:rPr>
              <a:t>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 err="1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ጥያቄ</a:t>
            </a:r>
            <a:r>
              <a:rPr lang="en-US" b="1" dirty="0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፡- </a:t>
            </a:r>
            <a:r>
              <a:rPr lang="en-US" b="1" dirty="0" err="1" smtClean="0">
                <a:latin typeface="Power Geez Unicode1" panose="00000400000000000000" pitchFamily="2" charset="0"/>
              </a:rPr>
              <a:t>መዝ</a:t>
            </a:r>
            <a:r>
              <a:rPr lang="en-US" b="1" dirty="0" smtClean="0">
                <a:latin typeface="Power Geez Unicode1" panose="00000400000000000000" pitchFamily="2" charset="0"/>
              </a:rPr>
              <a:t> 44፡23 </a:t>
            </a:r>
            <a:r>
              <a:rPr lang="en-US" b="1" dirty="0" err="1" smtClean="0">
                <a:latin typeface="Power Geez Unicode1" panose="00000400000000000000" pitchFamily="2" charset="0"/>
              </a:rPr>
              <a:t>እግዚአብሄርን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ከእንቅልፍህ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ንቃ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ሲል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መዝ</a:t>
            </a:r>
            <a:r>
              <a:rPr lang="en-US" b="1" dirty="0" smtClean="0">
                <a:latin typeface="Power Geez Unicode1" panose="00000400000000000000" pitchFamily="2" charset="0"/>
              </a:rPr>
              <a:t> 121፡4 </a:t>
            </a:r>
            <a:r>
              <a:rPr lang="en-US" b="1" dirty="0" err="1" smtClean="0">
                <a:latin typeface="Power Geez Unicode1" panose="00000400000000000000" pitchFamily="2" charset="0"/>
              </a:rPr>
              <a:t>ላይ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እግዚአብሄር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አይተኛም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አያንቀላፋም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ይላል</a:t>
            </a:r>
            <a:r>
              <a:rPr lang="en-US" b="1" dirty="0" smtClean="0">
                <a:latin typeface="Power Geez Unicode1" panose="00000400000000000000" pitchFamily="2" charset="0"/>
              </a:rPr>
              <a:t>፡፡ </a:t>
            </a:r>
            <a:r>
              <a:rPr lang="en-US" b="1" dirty="0" err="1" smtClean="0">
                <a:latin typeface="Power Geez Unicode1" panose="00000400000000000000" pitchFamily="2" charset="0"/>
              </a:rPr>
              <a:t>ስለዚህ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የቱ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ትክክል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ነው</a:t>
            </a:r>
            <a:r>
              <a:rPr lang="en-US" b="1" dirty="0">
                <a:latin typeface="Power Geez Unicode1" panose="00000400000000000000" pitchFamily="2" charset="0"/>
              </a:rPr>
              <a:t>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 err="1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መልስ</a:t>
            </a:r>
            <a:r>
              <a:rPr lang="en-US" b="1" dirty="0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፡- </a:t>
            </a:r>
            <a:r>
              <a:rPr lang="en-US" b="1" dirty="0" err="1" smtClean="0">
                <a:latin typeface="Power Geez Unicode1" panose="00000400000000000000" pitchFamily="2" charset="0"/>
              </a:rPr>
              <a:t>በመዝ</a:t>
            </a:r>
            <a:r>
              <a:rPr lang="en-US" b="1" dirty="0" smtClean="0">
                <a:latin typeface="Power Geez Unicode1" panose="00000400000000000000" pitchFamily="2" charset="0"/>
              </a:rPr>
              <a:t> 121፡4 </a:t>
            </a:r>
            <a:r>
              <a:rPr lang="en-US" b="1" dirty="0" err="1" smtClean="0">
                <a:latin typeface="Power Geez Unicode1" panose="00000400000000000000" pitchFamily="2" charset="0"/>
              </a:rPr>
              <a:t>እግዚአብሄር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አይተኛም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ሲል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እንደሰው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እንቅልፍ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አይዘውም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ማለት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ነው</a:t>
            </a:r>
            <a:r>
              <a:rPr lang="en-US" b="1" dirty="0" smtClean="0">
                <a:latin typeface="Power Geez Unicode1" panose="00000400000000000000" pitchFamily="2" charset="0"/>
              </a:rPr>
              <a:t>፡፡ </a:t>
            </a:r>
            <a:r>
              <a:rPr lang="en-US" b="1" dirty="0" err="1" smtClean="0">
                <a:latin typeface="Power Geez Unicode1" panose="00000400000000000000" pitchFamily="2" charset="0"/>
              </a:rPr>
              <a:t>ነገር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ግን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በመዝ</a:t>
            </a:r>
            <a:r>
              <a:rPr lang="en-US" b="1" dirty="0" smtClean="0">
                <a:latin typeface="Power Geez Unicode1" panose="00000400000000000000" pitchFamily="2" charset="0"/>
              </a:rPr>
              <a:t> 44፡23 </a:t>
            </a:r>
            <a:r>
              <a:rPr lang="en-US" b="1" dirty="0" err="1" smtClean="0">
                <a:latin typeface="Power Geez Unicode1" panose="00000400000000000000" pitchFamily="2" charset="0"/>
              </a:rPr>
              <a:t>ላይ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በስዕላዊ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አገላለጥ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አቤቱ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ንቃ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ለምነስ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ትተኛለህ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የሚለው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ኃሳብ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ለምን</a:t>
            </a:r>
            <a:r>
              <a:rPr lang="en-US" b="1" dirty="0" smtClean="0">
                <a:latin typeface="Power Geez Unicode1" panose="00000400000000000000" pitchFamily="2" charset="0"/>
              </a:rPr>
              <a:t> ጩ</a:t>
            </a:r>
            <a:r>
              <a:rPr lang="am-ET" b="1" dirty="0" smtClean="0"/>
              <a:t>ኸ</a:t>
            </a:r>
            <a:r>
              <a:rPr lang="en-US" b="1" dirty="0" err="1" smtClean="0">
                <a:latin typeface="Power Geez Unicode1" panose="00000400000000000000" pitchFamily="2" charset="0"/>
              </a:rPr>
              <a:t>ታችን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አትሰማም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ለምንስ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ዝም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ትለናለህ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የሚለውን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ያመለክታል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እንጂ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እግዚአብሄር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እንቅልፍ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ይተኛልለ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ማለት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አይደለም</a:t>
            </a:r>
            <a:r>
              <a:rPr lang="en-US" b="1" dirty="0" smtClean="0">
                <a:latin typeface="Power Geez Unicode1" panose="00000400000000000000" pitchFamily="2" charset="0"/>
              </a:rPr>
              <a:t>፡፡</a:t>
            </a:r>
            <a:endParaRPr lang="en-US" b="1" dirty="0">
              <a:latin typeface="Power Geez Unicode1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7218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5240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2400"/>
            <a:ext cx="8991600" cy="6705600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lnSpc>
                <a:spcPct val="170000"/>
              </a:lnSpc>
              <a:buNone/>
            </a:pPr>
            <a:r>
              <a:rPr lang="en-US" sz="4100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13.  </a:t>
            </a:r>
            <a:r>
              <a:rPr lang="en-US" sz="4100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እግዚአብሄርን</a:t>
            </a:r>
            <a:r>
              <a:rPr lang="en-US" sz="4100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 </a:t>
            </a:r>
            <a:r>
              <a:rPr lang="en-US" sz="4100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ማየት</a:t>
            </a:r>
            <a:r>
              <a:rPr lang="en-US" sz="4100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 </a:t>
            </a:r>
            <a:r>
              <a:rPr lang="en-US" sz="4100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ይቻላልን</a:t>
            </a:r>
            <a:r>
              <a:rPr lang="en-US" sz="4100" b="1" dirty="0">
                <a:solidFill>
                  <a:srgbClr val="FF0000"/>
                </a:solidFill>
                <a:latin typeface="Power Geez Unicode1" panose="00000400000000000000" pitchFamily="2" charset="0"/>
              </a:rPr>
              <a:t>?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3800" b="1" dirty="0" err="1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ጥያቄ</a:t>
            </a:r>
            <a:r>
              <a:rPr lang="en-US" sz="3800" b="1" dirty="0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፡- </a:t>
            </a:r>
            <a:r>
              <a:rPr lang="en-US" b="1" dirty="0" err="1" smtClean="0">
                <a:latin typeface="Power Geez Unicode1" panose="00000400000000000000" pitchFamily="2" charset="0"/>
              </a:rPr>
              <a:t>ዘጸ</a:t>
            </a:r>
            <a:r>
              <a:rPr lang="en-US" b="1" dirty="0" smtClean="0">
                <a:latin typeface="Power Geez Unicode1" panose="00000400000000000000" pitchFamily="2" charset="0"/>
              </a:rPr>
              <a:t> 33፡18-23 </a:t>
            </a:r>
            <a:r>
              <a:rPr lang="en-US" b="1" dirty="0" err="1" smtClean="0">
                <a:latin typeface="Power Geez Unicode1" panose="00000400000000000000" pitchFamily="2" charset="0"/>
              </a:rPr>
              <a:t>እግዚአብሄር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ፊቴን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አታይም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ነገር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ግን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ጀርባዬን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ታያለህ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ይላል</a:t>
            </a:r>
            <a:r>
              <a:rPr lang="en-US" b="1" dirty="0" smtClean="0">
                <a:latin typeface="Power Geez Unicode1" panose="00000400000000000000" pitchFamily="2" charset="0"/>
              </a:rPr>
              <a:t>፤ </a:t>
            </a:r>
            <a:r>
              <a:rPr lang="en-US" b="1" dirty="0" err="1" smtClean="0">
                <a:latin typeface="Power Geez Unicode1" panose="00000400000000000000" pitchFamily="2" charset="0"/>
              </a:rPr>
              <a:t>ዮሐ</a:t>
            </a:r>
            <a:r>
              <a:rPr lang="en-US" b="1" dirty="0" smtClean="0">
                <a:latin typeface="Power Geez Unicode1" panose="00000400000000000000" pitchFamily="2" charset="0"/>
              </a:rPr>
              <a:t> 1፡18 </a:t>
            </a:r>
            <a:r>
              <a:rPr lang="en-US" b="1" dirty="0" err="1" smtClean="0">
                <a:latin typeface="Power Geez Unicode1" panose="00000400000000000000" pitchFamily="2" charset="0"/>
              </a:rPr>
              <a:t>እና</a:t>
            </a:r>
            <a:r>
              <a:rPr lang="en-US" b="1" dirty="0" smtClean="0">
                <a:latin typeface="Power Geez Unicode1" panose="00000400000000000000" pitchFamily="2" charset="0"/>
              </a:rPr>
              <a:t> በ1ኛ </a:t>
            </a:r>
            <a:r>
              <a:rPr lang="en-US" b="1" dirty="0" err="1" smtClean="0">
                <a:latin typeface="Power Geez Unicode1" panose="00000400000000000000" pitchFamily="2" charset="0"/>
              </a:rPr>
              <a:t>ጢሞ</a:t>
            </a:r>
            <a:r>
              <a:rPr lang="en-US" b="1" dirty="0" smtClean="0">
                <a:latin typeface="Power Geez Unicode1" panose="00000400000000000000" pitchFamily="2" charset="0"/>
              </a:rPr>
              <a:t> 6፡16 </a:t>
            </a:r>
            <a:r>
              <a:rPr lang="en-US" b="1" dirty="0" err="1" smtClean="0">
                <a:latin typeface="Power Geez Unicode1" panose="00000400000000000000" pitchFamily="2" charset="0"/>
              </a:rPr>
              <a:t>እግዚአብሄርን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ያየ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ማንም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የለም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ይላል</a:t>
            </a:r>
            <a:r>
              <a:rPr lang="en-US" b="1" dirty="0" smtClean="0">
                <a:latin typeface="Power Geez Unicode1" panose="00000400000000000000" pitchFamily="2" charset="0"/>
              </a:rPr>
              <a:t>፤ </a:t>
            </a:r>
            <a:r>
              <a:rPr lang="en-US" b="1" dirty="0" err="1" smtClean="0">
                <a:latin typeface="Power Geez Unicode1" panose="00000400000000000000" pitchFamily="2" charset="0"/>
              </a:rPr>
              <a:t>ነገር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ግን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በዘጸ</a:t>
            </a:r>
            <a:r>
              <a:rPr lang="en-US" b="1" dirty="0" smtClean="0">
                <a:latin typeface="Power Geez Unicode1" panose="00000400000000000000" pitchFamily="2" charset="0"/>
              </a:rPr>
              <a:t> 9፡9-25 </a:t>
            </a:r>
            <a:r>
              <a:rPr lang="en-US" b="1" dirty="0" err="1" smtClean="0">
                <a:latin typeface="Power Geez Unicode1" panose="00000400000000000000" pitchFamily="2" charset="0"/>
              </a:rPr>
              <a:t>እና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ዘፍ</a:t>
            </a:r>
            <a:r>
              <a:rPr lang="en-US" b="1" dirty="0" smtClean="0">
                <a:latin typeface="Power Geez Unicode1" panose="00000400000000000000" pitchFamily="2" charset="0"/>
              </a:rPr>
              <a:t> 18፡1 </a:t>
            </a:r>
            <a:r>
              <a:rPr lang="en-US" b="1" dirty="0" err="1" smtClean="0">
                <a:latin typeface="Power Geez Unicode1" panose="00000400000000000000" pitchFamily="2" charset="0"/>
              </a:rPr>
              <a:t>እግዚአብሄር</a:t>
            </a:r>
            <a:r>
              <a:rPr lang="en-US" b="1" dirty="0" smtClean="0">
                <a:latin typeface="Power Geez Unicode1" panose="00000400000000000000" pitchFamily="2" charset="0"/>
              </a:rPr>
              <a:t> ለ </a:t>
            </a:r>
            <a:r>
              <a:rPr lang="en-US" b="1" dirty="0" err="1" smtClean="0">
                <a:latin typeface="Power Geez Unicode1" panose="00000400000000000000" pitchFamily="2" charset="0"/>
              </a:rPr>
              <a:t>አብርሃም</a:t>
            </a:r>
            <a:r>
              <a:rPr lang="en-US" b="1" dirty="0" smtClean="0">
                <a:latin typeface="Power Geez Unicode1" panose="00000400000000000000" pitchFamily="2" charset="0"/>
              </a:rPr>
              <a:t>፣ </a:t>
            </a:r>
            <a:r>
              <a:rPr lang="en-US" b="1" dirty="0" err="1" smtClean="0">
                <a:latin typeface="Power Geez Unicode1" panose="00000400000000000000" pitchFamily="2" charset="0"/>
              </a:rPr>
              <a:t>ለሙሴና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ለእስራኤል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ህዝብ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ተገልጦአል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ይላል</a:t>
            </a:r>
            <a:r>
              <a:rPr lang="en-US" b="1" dirty="0" smtClean="0">
                <a:latin typeface="Power Geez Unicode1" panose="00000400000000000000" pitchFamily="2" charset="0"/>
              </a:rPr>
              <a:t>፤ ዘፍ32፡30 </a:t>
            </a:r>
            <a:r>
              <a:rPr lang="en-US" b="1" dirty="0" err="1" smtClean="0">
                <a:latin typeface="Power Geez Unicode1" panose="00000400000000000000" pitchFamily="2" charset="0"/>
              </a:rPr>
              <a:t>ያዕቆብ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እግዚአብሄርን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ፊት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ለፊት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አየሁት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ይላል</a:t>
            </a:r>
            <a:r>
              <a:rPr lang="en-US" b="1" dirty="0" smtClean="0">
                <a:latin typeface="Power Geez Unicode1" panose="00000400000000000000" pitchFamily="2" charset="0"/>
              </a:rPr>
              <a:t>፤ </a:t>
            </a:r>
            <a:r>
              <a:rPr lang="en-US" b="1" dirty="0" err="1" smtClean="0">
                <a:latin typeface="Power Geez Unicode1" panose="00000400000000000000" pitchFamily="2" charset="0"/>
              </a:rPr>
              <a:t>ኢዮ</a:t>
            </a:r>
            <a:r>
              <a:rPr lang="en-US" b="1" dirty="0" smtClean="0">
                <a:latin typeface="Power Geez Unicode1" panose="00000400000000000000" pitchFamily="2" charset="0"/>
              </a:rPr>
              <a:t> 42፡5 </a:t>
            </a:r>
            <a:r>
              <a:rPr lang="en-US" b="1" dirty="0" err="1" smtClean="0">
                <a:latin typeface="Power Geez Unicode1" panose="00000400000000000000" pitchFamily="2" charset="0"/>
              </a:rPr>
              <a:t>ላይ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አሁን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ግን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አይኔ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አየችው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ይላል</a:t>
            </a:r>
            <a:r>
              <a:rPr lang="en-US" b="1" dirty="0" smtClean="0">
                <a:latin typeface="Power Geez Unicode1" panose="00000400000000000000" pitchFamily="2" charset="0"/>
              </a:rPr>
              <a:t>፡፡ </a:t>
            </a:r>
            <a:r>
              <a:rPr lang="en-US" b="1" dirty="0" err="1" smtClean="0">
                <a:latin typeface="Power Geez Unicode1" panose="00000400000000000000" pitchFamily="2" charset="0"/>
              </a:rPr>
              <a:t>ስለዚህ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እግዚአብሄር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ይታያል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ወይስ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አይታይም</a:t>
            </a:r>
            <a:r>
              <a:rPr lang="en-US" b="1" dirty="0" smtClean="0">
                <a:latin typeface="Power Geez Unicode1" panose="00000400000000000000" pitchFamily="2" charset="0"/>
              </a:rPr>
              <a:t>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24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457200" y="152400"/>
            <a:ext cx="8229600" cy="12223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304800"/>
            <a:ext cx="8915400" cy="6705600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lnSpc>
                <a:spcPct val="160000"/>
              </a:lnSpc>
              <a:buNone/>
            </a:pPr>
            <a:r>
              <a:rPr lang="en-US" sz="5100" b="1" dirty="0" err="1">
                <a:solidFill>
                  <a:srgbClr val="00B050"/>
                </a:solidFill>
                <a:latin typeface="Power Geez Unicode1" panose="00000400000000000000" pitchFamily="2" charset="0"/>
              </a:rPr>
              <a:t>መልስ</a:t>
            </a:r>
            <a:r>
              <a:rPr lang="en-US" sz="5100" b="1" dirty="0">
                <a:solidFill>
                  <a:srgbClr val="00B050"/>
                </a:solidFill>
                <a:latin typeface="Power Geez Unicode1" panose="00000400000000000000" pitchFamily="2" charset="0"/>
              </a:rPr>
              <a:t>፡- </a:t>
            </a:r>
            <a:r>
              <a:rPr lang="en-US" b="1" dirty="0" err="1">
                <a:latin typeface="Power Geez Unicode1" panose="00000400000000000000" pitchFamily="2" charset="0"/>
              </a:rPr>
              <a:t>ሙሴ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እግዘአብሄርን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የጠየቀው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ክብሩን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እንዲያሳየው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ነበር</a:t>
            </a:r>
            <a:r>
              <a:rPr lang="en-US" b="1" dirty="0">
                <a:latin typeface="Power Geez Unicode1" panose="00000400000000000000" pitchFamily="2" charset="0"/>
              </a:rPr>
              <a:t>፡፡ </a:t>
            </a:r>
            <a:r>
              <a:rPr lang="en-US" b="1" dirty="0" err="1">
                <a:latin typeface="Power Geez Unicode1" panose="00000400000000000000" pitchFamily="2" charset="0"/>
              </a:rPr>
              <a:t>የእግዚአብሄር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መላሽ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ደግሞ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ሰው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ክብሬን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አይቶ</a:t>
            </a:r>
            <a:r>
              <a:rPr lang="en-US" b="1" dirty="0">
                <a:latin typeface="Power Geez Unicode1" panose="00000400000000000000" pitchFamily="2" charset="0"/>
              </a:rPr>
              <a:t> (</a:t>
            </a:r>
            <a:r>
              <a:rPr lang="en-US" b="1" dirty="0" err="1">
                <a:latin typeface="Power Geez Unicode1" panose="00000400000000000000" pitchFamily="2" charset="0"/>
              </a:rPr>
              <a:t>ፊቴን</a:t>
            </a:r>
            <a:r>
              <a:rPr lang="en-US" b="1" dirty="0">
                <a:latin typeface="Power Geez Unicode1" panose="00000400000000000000" pitchFamily="2" charset="0"/>
              </a:rPr>
              <a:t>) </a:t>
            </a:r>
            <a:r>
              <a:rPr lang="en-US" b="1" dirty="0" err="1">
                <a:latin typeface="Power Geez Unicode1" panose="00000400000000000000" pitchFamily="2" charset="0"/>
              </a:rPr>
              <a:t>አይድንም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የሚል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ነበር</a:t>
            </a:r>
            <a:r>
              <a:rPr lang="en-US" b="1" dirty="0">
                <a:latin typeface="Power Geez Unicode1" panose="00000400000000000000" pitchFamily="2" charset="0"/>
              </a:rPr>
              <a:t>፡፡ </a:t>
            </a:r>
            <a:r>
              <a:rPr lang="en-US" b="1" dirty="0" err="1">
                <a:latin typeface="Power Geez Unicode1" panose="00000400000000000000" pitchFamily="2" charset="0"/>
              </a:rPr>
              <a:t>ነገር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ግን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ጀርባዬን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ታያለህ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ሲለው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ክብሬ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ካለፈ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በኃላ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የተፈጠረውን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ክስተት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ታያለህ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ብሎት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ነበር</a:t>
            </a:r>
            <a:r>
              <a:rPr lang="en-US" b="1" dirty="0">
                <a:latin typeface="Power Geez Unicode1" panose="00000400000000000000" pitchFamily="2" charset="0"/>
              </a:rPr>
              <a:t>፡፡ </a:t>
            </a:r>
            <a:r>
              <a:rPr lang="en-US" b="1" dirty="0" err="1">
                <a:latin typeface="Power Geez Unicode1" panose="00000400000000000000" pitchFamily="2" charset="0"/>
              </a:rPr>
              <a:t>እግዚአብሄር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ለሙሴ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ሲገለጥ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በዳመና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አምድ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ወይም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በእሳት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ሲሆን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በድምጽ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ያነጋግረው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ነበር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እንጂ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ፊት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ለፊት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አይደለም</a:t>
            </a:r>
            <a:r>
              <a:rPr lang="en-US" b="1" dirty="0">
                <a:latin typeface="Power Geez Unicode1" panose="00000400000000000000" pitchFamily="2" charset="0"/>
              </a:rPr>
              <a:t>፡፡ </a:t>
            </a:r>
            <a:r>
              <a:rPr lang="en-US" b="1" dirty="0" err="1">
                <a:latin typeface="Power Geez Unicode1" panose="00000400000000000000" pitchFamily="2" charset="0"/>
              </a:rPr>
              <a:t>እግዚአብሄርም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ለአብርሐም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ሲገለጥ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በሙሉ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ክብሩ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ሳይሆን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በሶስት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ሰዎች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ተመስሎ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ነበር</a:t>
            </a:r>
            <a:r>
              <a:rPr lang="en-US" b="1" dirty="0">
                <a:latin typeface="Power Geez Unicode1" panose="00000400000000000000" pitchFamily="2" charset="0"/>
              </a:rPr>
              <a:t>፡፡ </a:t>
            </a:r>
            <a:r>
              <a:rPr lang="en-US" b="1" dirty="0" err="1">
                <a:latin typeface="Power Geez Unicode1" panose="00000400000000000000" pitchFamily="2" charset="0"/>
              </a:rPr>
              <a:t>ለያዕቆብ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ሲገለጥ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በክብሩ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ሳይሆን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በመልአክ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በኩል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ነበር</a:t>
            </a:r>
            <a:r>
              <a:rPr lang="en-US" b="1" dirty="0">
                <a:latin typeface="Power Geez Unicode1" panose="00000400000000000000" pitchFamily="2" charset="0"/>
              </a:rPr>
              <a:t>፡፡ </a:t>
            </a:r>
            <a:r>
              <a:rPr lang="en-US" b="1" dirty="0" err="1">
                <a:latin typeface="Power Geez Unicode1" panose="00000400000000000000" pitchFamily="2" charset="0"/>
              </a:rPr>
              <a:t>ለኢዮብም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ሲገለጥ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በዳመና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ውስጥ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ሆኖ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ነበር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ያነጋገረው</a:t>
            </a:r>
            <a:r>
              <a:rPr lang="en-US" b="1" dirty="0">
                <a:latin typeface="Power Geez Unicode1" panose="00000400000000000000" pitchFamily="2" charset="0"/>
              </a:rPr>
              <a:t>፡፡ </a:t>
            </a:r>
            <a:r>
              <a:rPr lang="en-US" b="1" dirty="0" err="1">
                <a:latin typeface="Power Geez Unicode1" panose="00000400000000000000" pitchFamily="2" charset="0"/>
              </a:rPr>
              <a:t>ለማናቸውም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በሙሉ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ክብሩ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ፊት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ለፊት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ተገልለጦ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አላናገራቸውም</a:t>
            </a:r>
            <a:r>
              <a:rPr lang="en-US" b="1" dirty="0">
                <a:latin typeface="Power Geez Unicode1" panose="00000400000000000000" pitchFamily="2" charset="0"/>
              </a:rPr>
              <a:t>፡፡ </a:t>
            </a:r>
            <a:r>
              <a:rPr lang="en-US" b="1" dirty="0" err="1">
                <a:latin typeface="Power Geez Unicode1" panose="00000400000000000000" pitchFamily="2" charset="0"/>
              </a:rPr>
              <a:t>ያዕቆብና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ኢዮብ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እግዚአብሄር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በመልካምነቱ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ሲጎበኛቸው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እግዚአብሄርን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አየነው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ብለዋል</a:t>
            </a:r>
            <a:r>
              <a:rPr lang="en-US" b="1" dirty="0">
                <a:latin typeface="Power Geez Unicode1" panose="00000400000000000000" pitchFamily="2" charset="0"/>
              </a:rPr>
              <a:t> - </a:t>
            </a:r>
            <a:r>
              <a:rPr lang="en-US" b="1" dirty="0" err="1">
                <a:latin typeface="Power Geez Unicode1" panose="00000400000000000000" pitchFamily="2" charset="0"/>
              </a:rPr>
              <a:t>በመልካም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ተግባሩ</a:t>
            </a:r>
            <a:r>
              <a:rPr lang="en-US" b="1" dirty="0">
                <a:latin typeface="Power Geez Unicode1" panose="00000400000000000000" pitchFamily="2" charset="0"/>
              </a:rPr>
              <a:t>፡፡ </a:t>
            </a:r>
            <a:r>
              <a:rPr lang="en-US" b="1" dirty="0" err="1">
                <a:latin typeface="Power Geez Unicode1" panose="00000400000000000000" pitchFamily="2" charset="0"/>
              </a:rPr>
              <a:t>ስለዚህ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እግዚአብሄር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በሙሉ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ክብሩ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ፊት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ለፊት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ማንም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ሊያየው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አይችልም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ነገር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ግን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ለቅዱሳን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ሰዎች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በተለያየ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መንገድ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ተገልጦላለቸዋል</a:t>
            </a:r>
            <a:r>
              <a:rPr lang="en-US" b="1" dirty="0">
                <a:latin typeface="Power Geez Unicode1" panose="00000400000000000000" pitchFamily="2" charset="0"/>
              </a:rPr>
              <a:t>፡፡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144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457200" y="152400"/>
            <a:ext cx="8229600" cy="12223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533400"/>
            <a:ext cx="8915400" cy="6172200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lnSpc>
                <a:spcPct val="160000"/>
              </a:lnSpc>
              <a:buNone/>
            </a:pP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14. </a:t>
            </a:r>
            <a:r>
              <a:rPr lang="en-US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በአዲስ</a:t>
            </a: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ኪዳን</a:t>
            </a: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ውስጥ</a:t>
            </a: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ከብሉይ</a:t>
            </a: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ኪዳን</a:t>
            </a: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የተጠቀሱ</a:t>
            </a: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ክፍሎች</a:t>
            </a: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ስህተት</a:t>
            </a: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አለ</a:t>
            </a: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?</a:t>
            </a:r>
          </a:p>
          <a:p>
            <a:pPr marL="0" indent="0" algn="just">
              <a:lnSpc>
                <a:spcPct val="160000"/>
              </a:lnSpc>
              <a:buNone/>
            </a:pPr>
            <a:r>
              <a:rPr lang="en-US" b="1" dirty="0" err="1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ጥያቄ</a:t>
            </a:r>
            <a:r>
              <a:rPr lang="en-US" b="1" dirty="0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፡- </a:t>
            </a:r>
            <a:r>
              <a:rPr lang="en-US" b="1" dirty="0" err="1" smtClean="0">
                <a:latin typeface="Power Geez Unicode1" panose="00000400000000000000" pitchFamily="2" charset="0"/>
              </a:rPr>
              <a:t>በማር</a:t>
            </a:r>
            <a:r>
              <a:rPr lang="en-US" b="1" dirty="0" smtClean="0">
                <a:latin typeface="Power Geez Unicode1" panose="00000400000000000000" pitchFamily="2" charset="0"/>
              </a:rPr>
              <a:t> 1፡2-3 </a:t>
            </a:r>
            <a:r>
              <a:rPr lang="en-US" b="1" dirty="0" err="1" smtClean="0">
                <a:latin typeface="Power Geez Unicode1" panose="00000400000000000000" pitchFamily="2" charset="0"/>
              </a:rPr>
              <a:t>ላይ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ከብሉይ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ኪዳን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የተወሰደው</a:t>
            </a:r>
            <a:r>
              <a:rPr lang="en-US" b="1" dirty="0" smtClean="0">
                <a:latin typeface="Power Geez Unicode1" panose="00000400000000000000" pitchFamily="2" charset="0"/>
              </a:rPr>
              <a:t>  </a:t>
            </a:r>
            <a:r>
              <a:rPr lang="en-US" b="1" dirty="0" err="1" smtClean="0">
                <a:latin typeface="Power Geez Unicode1" panose="00000400000000000000" pitchFamily="2" charset="0"/>
              </a:rPr>
              <a:t>ከኢሳ</a:t>
            </a:r>
            <a:r>
              <a:rPr lang="en-US" b="1" dirty="0" smtClean="0">
                <a:latin typeface="Power Geez Unicode1" panose="00000400000000000000" pitchFamily="2" charset="0"/>
              </a:rPr>
              <a:t> 40፡3 </a:t>
            </a:r>
            <a:r>
              <a:rPr lang="en-US" b="1" dirty="0" err="1" smtClean="0">
                <a:latin typeface="Power Geez Unicode1" panose="00000400000000000000" pitchFamily="2" charset="0"/>
              </a:rPr>
              <a:t>እና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ሚል</a:t>
            </a:r>
            <a:r>
              <a:rPr lang="en-US" b="1" dirty="0" smtClean="0">
                <a:latin typeface="Power Geez Unicode1" panose="00000400000000000000" pitchFamily="2" charset="0"/>
              </a:rPr>
              <a:t> 3፡1 </a:t>
            </a:r>
            <a:r>
              <a:rPr lang="en-US" b="1" dirty="0" err="1" smtClean="0">
                <a:latin typeface="Power Geez Unicode1" panose="00000400000000000000" pitchFamily="2" charset="0"/>
              </a:rPr>
              <a:t>ነው</a:t>
            </a:r>
            <a:r>
              <a:rPr lang="en-US" b="1" dirty="0" smtClean="0">
                <a:latin typeface="Power Geez Unicode1" panose="00000400000000000000" pitchFamily="2" charset="0"/>
              </a:rPr>
              <a:t>፡፡ </a:t>
            </a:r>
            <a:r>
              <a:rPr lang="en-US" b="1" dirty="0" err="1" smtClean="0">
                <a:latin typeface="Power Geez Unicode1" panose="00000400000000000000" pitchFamily="2" charset="0"/>
              </a:rPr>
              <a:t>ነገር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ግን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ከኢሳያስ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መጽሐፍ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ብቻ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እንደተወሰደ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ተጠቅሶአል</a:t>
            </a:r>
            <a:r>
              <a:rPr lang="en-US" b="1" dirty="0" smtClean="0">
                <a:latin typeface="Power Geez Unicode1" panose="00000400000000000000" pitchFamily="2" charset="0"/>
              </a:rPr>
              <a:t>፡፡ </a:t>
            </a:r>
            <a:r>
              <a:rPr lang="en-US" b="1" dirty="0" err="1" smtClean="0">
                <a:latin typeface="Power Geez Unicode1" panose="00000400000000000000" pitchFamily="2" charset="0"/>
              </a:rPr>
              <a:t>ስለዚህ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ይህ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የአጸጻፍ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ስህተት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አደለምን</a:t>
            </a:r>
            <a:r>
              <a:rPr lang="en-US" b="1" dirty="0" smtClean="0">
                <a:latin typeface="Power Geez Unicode1" panose="00000400000000000000" pitchFamily="2" charset="0"/>
              </a:rPr>
              <a:t>?</a:t>
            </a:r>
          </a:p>
          <a:p>
            <a:pPr marL="0" indent="0" algn="just">
              <a:lnSpc>
                <a:spcPct val="160000"/>
              </a:lnSpc>
              <a:buNone/>
            </a:pPr>
            <a:r>
              <a:rPr lang="en-US" b="1" dirty="0" err="1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መልስ</a:t>
            </a:r>
            <a:r>
              <a:rPr lang="en-US" b="1" dirty="0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፡- </a:t>
            </a:r>
            <a:r>
              <a:rPr lang="en-US" b="1" dirty="0" err="1" smtClean="0">
                <a:latin typeface="Power Geez Unicode1" panose="00000400000000000000" pitchFamily="2" charset="0"/>
              </a:rPr>
              <a:t>በሐዋሪያት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ዘመን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ከትላልቅ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ነብያትና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ከትናንሽ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ነብያት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ጠቅሰው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ሲጽፉ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በትላልቅ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ነብያት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ስም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ተደርጎ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ይጻፍ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ነበር</a:t>
            </a:r>
            <a:r>
              <a:rPr lang="en-US" b="1" dirty="0" smtClean="0">
                <a:latin typeface="Power Geez Unicode1" panose="00000400000000000000" pitchFamily="2" charset="0"/>
              </a:rPr>
              <a:t>፡፡ </a:t>
            </a:r>
            <a:r>
              <a:rPr lang="en-US" b="1" dirty="0" err="1" smtClean="0">
                <a:latin typeface="Power Geez Unicode1" panose="00000400000000000000" pitchFamily="2" charset="0"/>
              </a:rPr>
              <a:t>ይህ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የአጻጻፍ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ዘዴ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በእኛ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ዘመን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ባንጠቀምም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መጽሐፉ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መረዳት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ያለብን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በአንደኛው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ክፍለ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ዘመን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በነበረው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የአይሁድ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አጻጻፍ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ዘዴ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ነው</a:t>
            </a:r>
            <a:r>
              <a:rPr lang="en-US" b="1" dirty="0" smtClean="0">
                <a:latin typeface="Power Geez Unicode1" panose="00000400000000000000" pitchFamily="2" charset="0"/>
              </a:rPr>
              <a:t>፡፡ </a:t>
            </a:r>
            <a:r>
              <a:rPr lang="en-US" b="1" dirty="0" err="1" smtClean="0">
                <a:latin typeface="Power Geez Unicode1" panose="00000400000000000000" pitchFamily="2" charset="0"/>
              </a:rPr>
              <a:t>ስለዚህ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ኢሳያስ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ከትላልቅ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ነብያት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ውስጥ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ሚልኪያስ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ደግሞ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ከትናንሽ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ነብያት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ውስጥ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ስለነበሩ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መልዕክቱ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የተወሰደው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ከሁለቱ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መጻህፍት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ቢሆንም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በኢሳያስ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ስም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ተጠቅሶአል</a:t>
            </a:r>
            <a:r>
              <a:rPr lang="en-US" b="1" dirty="0" smtClean="0">
                <a:latin typeface="Power Geez Unicode1" panose="00000400000000000000" pitchFamily="2" charset="0"/>
              </a:rPr>
              <a:t>፡፡</a:t>
            </a:r>
            <a:endParaRPr lang="en-US" b="1" dirty="0">
              <a:latin typeface="Power Geez Unicode1" panose="00000400000000000000" pitchFamily="2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004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457200" y="228600"/>
            <a:ext cx="8229600" cy="4603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457200"/>
            <a:ext cx="8915400" cy="640080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15. </a:t>
            </a:r>
            <a:r>
              <a:rPr lang="en-US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መጽሐፍ</a:t>
            </a: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ቅዱስ</a:t>
            </a: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ጸሐይ</a:t>
            </a: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እንደምትዞር</a:t>
            </a: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በማሳየት</a:t>
            </a: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ከሳይንስ</a:t>
            </a: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ጋር</a:t>
            </a: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ይጋጫል</a:t>
            </a: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፡፡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 err="1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ጥያቄ</a:t>
            </a:r>
            <a:r>
              <a:rPr lang="en-US" b="1" dirty="0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፡- </a:t>
            </a:r>
            <a:r>
              <a:rPr lang="en-US" b="1" dirty="0" err="1" smtClean="0">
                <a:latin typeface="Power Geez Unicode1" panose="00000400000000000000" pitchFamily="2" charset="0"/>
              </a:rPr>
              <a:t>በኢያሱ</a:t>
            </a:r>
            <a:r>
              <a:rPr lang="en-US" b="1" dirty="0" smtClean="0">
                <a:latin typeface="Power Geez Unicode1" panose="00000400000000000000" pitchFamily="2" charset="0"/>
              </a:rPr>
              <a:t> 10፡12-14 </a:t>
            </a:r>
            <a:r>
              <a:rPr lang="en-US" b="1" dirty="0" err="1" smtClean="0">
                <a:latin typeface="Power Geez Unicode1" panose="00000400000000000000" pitchFamily="2" charset="0"/>
              </a:rPr>
              <a:t>ጸሐይ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በገባኦን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ላይ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ቆመች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ይላል</a:t>
            </a:r>
            <a:r>
              <a:rPr lang="en-US" b="1" dirty="0" smtClean="0">
                <a:latin typeface="Power Geez Unicode1" panose="00000400000000000000" pitchFamily="2" charset="0"/>
              </a:rPr>
              <a:t>፤ </a:t>
            </a:r>
            <a:r>
              <a:rPr lang="en-US" b="1" dirty="0" err="1" smtClean="0">
                <a:latin typeface="Power Geez Unicode1" panose="00000400000000000000" pitchFamily="2" charset="0"/>
              </a:rPr>
              <a:t>በመክ</a:t>
            </a:r>
            <a:r>
              <a:rPr lang="en-US" b="1" dirty="0" smtClean="0">
                <a:latin typeface="Power Geez Unicode1" panose="00000400000000000000" pitchFamily="2" charset="0"/>
              </a:rPr>
              <a:t> 1፡5 </a:t>
            </a:r>
            <a:r>
              <a:rPr lang="en-US" b="1" dirty="0" err="1" smtClean="0">
                <a:latin typeface="Power Geez Unicode1" panose="00000400000000000000" pitchFamily="2" charset="0"/>
              </a:rPr>
              <a:t>ደግሞ</a:t>
            </a:r>
            <a:r>
              <a:rPr lang="en-US" b="1" dirty="0" smtClean="0">
                <a:latin typeface="Power Geez Unicode1" panose="00000400000000000000" pitchFamily="2" charset="0"/>
              </a:rPr>
              <a:t> “</a:t>
            </a:r>
            <a:r>
              <a:rPr lang="en-US" b="1" dirty="0" err="1" smtClean="0">
                <a:latin typeface="Power Geez Unicode1" panose="00000400000000000000" pitchFamily="2" charset="0"/>
              </a:rPr>
              <a:t>ጸሐይ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ትወጣለች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ትጠልቃለችም</a:t>
            </a:r>
            <a:r>
              <a:rPr lang="en-US" b="1" dirty="0" smtClean="0">
                <a:latin typeface="Power Geez Unicode1" panose="00000400000000000000" pitchFamily="2" charset="0"/>
              </a:rPr>
              <a:t>፤ </a:t>
            </a:r>
            <a:r>
              <a:rPr lang="en-US" b="1" dirty="0" err="1" smtClean="0">
                <a:latin typeface="Power Geez Unicode1" panose="00000400000000000000" pitchFamily="2" charset="0"/>
              </a:rPr>
              <a:t>ወደ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ምትወጣበትም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ለመመለስ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ትጻደፋለች</a:t>
            </a:r>
            <a:r>
              <a:rPr lang="en-US" b="1" dirty="0" smtClean="0">
                <a:latin typeface="Power Geez Unicode1" panose="00000400000000000000" pitchFamily="2" charset="0"/>
              </a:rPr>
              <a:t>” </a:t>
            </a:r>
            <a:r>
              <a:rPr lang="en-US" b="1" dirty="0" err="1" smtClean="0">
                <a:latin typeface="Power Geez Unicode1" panose="00000400000000000000" pitchFamily="2" charset="0"/>
              </a:rPr>
              <a:t>ይላል</a:t>
            </a:r>
            <a:r>
              <a:rPr lang="en-US" b="1" dirty="0" smtClean="0">
                <a:latin typeface="Power Geez Unicode1" panose="00000400000000000000" pitchFamily="2" charset="0"/>
              </a:rPr>
              <a:t>:: </a:t>
            </a:r>
            <a:r>
              <a:rPr lang="en-US" b="1" dirty="0" err="1" smtClean="0">
                <a:latin typeface="Power Geez Unicode1" panose="00000400000000000000" pitchFamily="2" charset="0"/>
              </a:rPr>
              <a:t>ስለዚህ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ይህ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ከሳይንስ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ጋር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አይጋጭምን</a:t>
            </a:r>
            <a:r>
              <a:rPr lang="en-US" b="1" dirty="0" smtClean="0">
                <a:latin typeface="Power Geez Unicode1" panose="00000400000000000000" pitchFamily="2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044829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457200" y="152400"/>
            <a:ext cx="8229600" cy="12223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"/>
            <a:ext cx="8839200" cy="6934200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lnSpc>
                <a:spcPct val="160000"/>
              </a:lnSpc>
              <a:buNone/>
            </a:pPr>
            <a:r>
              <a:rPr lang="en-US" sz="4500" b="1" dirty="0" err="1">
                <a:solidFill>
                  <a:srgbClr val="00B050"/>
                </a:solidFill>
                <a:latin typeface="Power Geez Unicode1" panose="00000400000000000000" pitchFamily="2" charset="0"/>
              </a:rPr>
              <a:t>መልስ</a:t>
            </a:r>
            <a:r>
              <a:rPr lang="en-US" sz="4500" b="1" dirty="0">
                <a:solidFill>
                  <a:srgbClr val="00B050"/>
                </a:solidFill>
                <a:latin typeface="Power Geez Unicode1" panose="00000400000000000000" pitchFamily="2" charset="0"/>
              </a:rPr>
              <a:t>፡- </a:t>
            </a:r>
            <a:r>
              <a:rPr lang="en-US" b="1" dirty="0" err="1">
                <a:latin typeface="Power Geez Unicode1" panose="00000400000000000000" pitchFamily="2" charset="0"/>
              </a:rPr>
              <a:t>መጽሐፍ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ቅዱስና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ሳይንስ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የሚጋጩበትና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የማይጋጩበት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መንገዶች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አሉ</a:t>
            </a:r>
            <a:r>
              <a:rPr lang="en-US" b="1" dirty="0">
                <a:latin typeface="Power Geez Unicode1" panose="00000400000000000000" pitchFamily="2" charset="0"/>
              </a:rPr>
              <a:t>፡፡ </a:t>
            </a:r>
            <a:r>
              <a:rPr lang="en-US" b="1" dirty="0" err="1">
                <a:latin typeface="Power Geez Unicode1" panose="00000400000000000000" pitchFamily="2" charset="0"/>
              </a:rPr>
              <a:t>ምክንያቱም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ሳይንስ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መንፈሳዊ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እውነቶችን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በቤተ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ሙከራ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አስገብቶ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ማረጋገጥ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ስለማይችል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እውነታውን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አይቀበልም</a:t>
            </a:r>
            <a:r>
              <a:rPr lang="en-US" b="1" dirty="0">
                <a:latin typeface="Power Geez Unicode1" panose="00000400000000000000" pitchFamily="2" charset="0"/>
              </a:rPr>
              <a:t>፡፡ </a:t>
            </a:r>
            <a:r>
              <a:rPr lang="en-US" b="1" dirty="0" err="1">
                <a:latin typeface="Power Geez Unicode1" panose="00000400000000000000" pitchFamily="2" charset="0"/>
              </a:rPr>
              <a:t>ሳይንስ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በራሱ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ውስንነት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አለበት</a:t>
            </a:r>
            <a:r>
              <a:rPr lang="en-US" b="1" dirty="0">
                <a:latin typeface="Power Geez Unicode1" panose="00000400000000000000" pitchFamily="2" charset="0"/>
              </a:rPr>
              <a:t>፡፡ </a:t>
            </a:r>
            <a:r>
              <a:rPr lang="en-US" b="1" dirty="0" err="1">
                <a:latin typeface="Power Geez Unicode1" panose="00000400000000000000" pitchFamily="2" charset="0"/>
              </a:rPr>
              <a:t>ከዚህም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የተነሳ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በአንድ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ዘመን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ሳይንቲስቶች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እውነት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ነው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ብለው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ያስተማሩትን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ነገር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ትክክል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እንዳልሆነ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ሌላ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ሳይንቲስት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ሲያፈርሰው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እናያለን</a:t>
            </a:r>
            <a:r>
              <a:rPr lang="en-US" b="1" dirty="0">
                <a:latin typeface="Power Geez Unicode1" panose="00000400000000000000" pitchFamily="2" charset="0"/>
              </a:rPr>
              <a:t>፡፡ </a:t>
            </a:r>
            <a:r>
              <a:rPr lang="en-US" b="1" dirty="0" err="1">
                <a:latin typeface="Power Geez Unicode1" panose="00000400000000000000" pitchFamily="2" charset="0"/>
              </a:rPr>
              <a:t>በተጨማሪም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መጽሐፍ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ቅዱስ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በተፈጥሮ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ውስጥ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የእግዚአብሄርን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መለኮታዊ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ጣልቃ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ገብነት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ሲነግረን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ሳይንስ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ግን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ተአምራዊ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ጣልቃ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ገብነትን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አይቀበልም</a:t>
            </a:r>
            <a:r>
              <a:rPr lang="en-US" b="1" dirty="0">
                <a:latin typeface="Power Geez Unicode1" panose="00000400000000000000" pitchFamily="2" charset="0"/>
              </a:rPr>
              <a:t>፡፡ </a:t>
            </a:r>
            <a:r>
              <a:rPr lang="en-US" b="1" dirty="0" err="1">
                <a:latin typeface="Power Geez Unicode1" panose="00000400000000000000" pitchFamily="2" charset="0"/>
              </a:rPr>
              <a:t>በሌላ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በኩል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መጽሐፍ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ቅዱስ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ሰዎች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እለት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ተእለት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የሚጠቀሙበትን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መደበኛ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am-ET" b="1" dirty="0">
                <a:latin typeface="Power Geez Unicode1" panose="00000400000000000000" pitchFamily="2" charset="0"/>
              </a:rPr>
              <a:t>ቋ</a:t>
            </a:r>
            <a:r>
              <a:rPr lang="en-US" b="1" dirty="0">
                <a:latin typeface="Power Geez Unicode1" panose="00000400000000000000" pitchFamily="2" charset="0"/>
              </a:rPr>
              <a:t>ን</a:t>
            </a:r>
            <a:r>
              <a:rPr lang="am-ET" b="1" dirty="0">
                <a:latin typeface="Power Geez Unicode1" panose="00000400000000000000" pitchFamily="2" charset="0"/>
              </a:rPr>
              <a:t>ቋ</a:t>
            </a:r>
            <a:r>
              <a:rPr lang="en-US" b="1" dirty="0" err="1">
                <a:latin typeface="Power Geez Unicode1" panose="00000400000000000000" pitchFamily="2" charset="0"/>
              </a:rPr>
              <a:t>ዎችን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ሲጠቀም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ሳይንስ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ሳይንሳዊና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ቴክኒካል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am-ET" b="1" dirty="0">
                <a:latin typeface="Power Geez Unicode1" panose="00000400000000000000" pitchFamily="2" charset="0"/>
              </a:rPr>
              <a:t>ቋ</a:t>
            </a:r>
            <a:r>
              <a:rPr lang="en-US" b="1" dirty="0">
                <a:latin typeface="Power Geez Unicode1" panose="00000400000000000000" pitchFamily="2" charset="0"/>
              </a:rPr>
              <a:t>ን</a:t>
            </a:r>
            <a:r>
              <a:rPr lang="am-ET" b="1" dirty="0">
                <a:latin typeface="Power Geez Unicode1" panose="00000400000000000000" pitchFamily="2" charset="0"/>
              </a:rPr>
              <a:t>ቋ</a:t>
            </a:r>
            <a:r>
              <a:rPr lang="en-US" b="1" dirty="0" err="1">
                <a:latin typeface="Power Geez Unicode1" panose="00000400000000000000" pitchFamily="2" charset="0"/>
              </a:rPr>
              <a:t>ዎችን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ይጠቀማልለ</a:t>
            </a:r>
            <a:r>
              <a:rPr lang="en-US" b="1" dirty="0">
                <a:latin typeface="Power Geez Unicode1" panose="00000400000000000000" pitchFamily="2" charset="0"/>
              </a:rPr>
              <a:t>፡፡ </a:t>
            </a:r>
            <a:r>
              <a:rPr lang="en-US" b="1" dirty="0" err="1">
                <a:latin typeface="Power Geez Unicode1" panose="00000400000000000000" pitchFamily="2" charset="0"/>
              </a:rPr>
              <a:t>ስለዚህ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ጸሐይ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በገባኦን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ላይ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ቆመች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ወይም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ጸሐይ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ትወጣለች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ሲል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በዘመኑ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የነበሩ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ሰዎች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እንዲሁም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ዛሬም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እኛ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የምንጠቀምበትን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መደበኛ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am-ET" b="1" dirty="0">
                <a:latin typeface="Power Geez Unicode1" panose="00000400000000000000" pitchFamily="2" charset="0"/>
              </a:rPr>
              <a:t>ቋ</a:t>
            </a:r>
            <a:r>
              <a:rPr lang="en-US" b="1" dirty="0">
                <a:latin typeface="Power Geez Unicode1" panose="00000400000000000000" pitchFamily="2" charset="0"/>
              </a:rPr>
              <a:t>ን</a:t>
            </a:r>
            <a:r>
              <a:rPr lang="am-ET" b="1" dirty="0">
                <a:latin typeface="Power Geez Unicode1" panose="00000400000000000000" pitchFamily="2" charset="0"/>
              </a:rPr>
              <a:t>ቋ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በመጠቀም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የእግዚአብሄርን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ተአምራዊ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ጣልቃ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ገብነትን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ያስተምራል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እንጂ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ጸሐይ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በመሬት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ዙሪያ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ትዞራለች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ለማለት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አይደለም</a:t>
            </a:r>
            <a:r>
              <a:rPr lang="en-US" b="1" dirty="0">
                <a:latin typeface="Power Geez Unicode1" panose="00000400000000000000" pitchFamily="2" charset="0"/>
              </a:rPr>
              <a:t>፡፡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6695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491</TotalTime>
  <Words>1614</Words>
  <Application>Microsoft Office PowerPoint</Application>
  <PresentationFormat>On-screen Show (4:3)</PresentationFormat>
  <Paragraphs>49</Paragraphs>
  <Slides>18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መጽሐፍ ቅዱስ እርስ በእርሱ ይጋጫልን?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መጽሐፍ ቅዱስ እርስ በእርሱ ይጋጫልን?</dc:title>
  <dc:creator>Windows User</dc:creator>
  <cp:lastModifiedBy>Windows User</cp:lastModifiedBy>
  <cp:revision>47</cp:revision>
  <dcterms:created xsi:type="dcterms:W3CDTF">2025-07-13T13:11:42Z</dcterms:created>
  <dcterms:modified xsi:type="dcterms:W3CDTF">2025-07-14T12:10:56Z</dcterms:modified>
</cp:coreProperties>
</file>