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64" r:id="rId6"/>
    <p:sldId id="267" r:id="rId7"/>
    <p:sldId id="265" r:id="rId8"/>
    <p:sldId id="266" r:id="rId9"/>
    <p:sldId id="269" r:id="rId10"/>
    <p:sldId id="270" r:id="rId11"/>
    <p:sldId id="271" r:id="rId12"/>
    <p:sldId id="272" r:id="rId13"/>
    <p:sldId id="259" r:id="rId14"/>
    <p:sldId id="268" r:id="rId15"/>
    <p:sldId id="261" r:id="rId16"/>
    <p:sldId id="262" r:id="rId17"/>
    <p:sldId id="26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4660"/>
  </p:normalViewPr>
  <p:slideViewPr>
    <p:cSldViewPr>
      <p:cViewPr varScale="1">
        <p:scale>
          <a:sx n="74" d="100"/>
          <a:sy n="74" d="100"/>
        </p:scale>
        <p:origin x="-1902" y="-9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50861FE-E79A-4546-8B19-899170B47326}" type="datetimeFigureOut">
              <a:rPr lang="en-US" smtClean="0"/>
              <a:t>01-Sep-25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1353784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0861FE-E79A-4546-8B19-899170B47326}" type="datetimeFigureOut">
              <a:rPr lang="en-US" smtClean="0"/>
              <a:t>01-Sep-25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1043985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50861FE-E79A-4546-8B19-899170B47326}" type="datetimeFigureOut">
              <a:rPr lang="en-US" smtClean="0"/>
              <a:t>01-Sep-25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4268368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50861FE-E79A-4546-8B19-899170B47326}" type="datetimeFigureOut">
              <a:rPr lang="en-US" smtClean="0"/>
              <a:t>01-Sep-25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45977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50861FE-E79A-4546-8B19-899170B47326}" type="datetimeFigureOut">
              <a:rPr lang="en-US" smtClean="0"/>
              <a:t>01-Sep-25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4116380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50861FE-E79A-4546-8B19-899170B47326}" type="datetimeFigureOut">
              <a:rPr lang="en-US" smtClean="0"/>
              <a:t>01-Sep-25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64450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0861FE-E79A-4546-8B19-899170B47326}" type="datetimeFigureOut">
              <a:rPr lang="en-US" smtClean="0"/>
              <a:t>01-Sep-25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2324482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0861FE-E79A-4546-8B19-899170B47326}" type="datetimeFigureOut">
              <a:rPr lang="en-US" smtClean="0"/>
              <a:t>01-Sep-25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816880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50861FE-E79A-4546-8B19-899170B47326}" type="datetimeFigureOut">
              <a:rPr lang="en-US" smtClean="0"/>
              <a:t>01-Sep-25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2586692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0861FE-E79A-4546-8B19-899170B47326}" type="datetimeFigureOut">
              <a:rPr lang="en-US" smtClean="0"/>
              <a:t>01-Sep-25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288858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50861FE-E79A-4546-8B19-899170B47326}" type="datetimeFigureOut">
              <a:rPr lang="en-US" smtClean="0"/>
              <a:t>01-Sep-25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213EC7-74A0-4008-A493-001EEDF4AF46}" type="slidenum">
              <a:rPr lang="en-US" smtClean="0"/>
              <a:t>‹#›</a:t>
            </a:fld>
            <a:endParaRPr lang="en-US"/>
          </a:p>
        </p:txBody>
      </p:sp>
    </p:spTree>
    <p:extLst>
      <p:ext uri="{BB962C8B-B14F-4D97-AF65-F5344CB8AC3E}">
        <p14:creationId xmlns:p14="http://schemas.microsoft.com/office/powerpoint/2010/main" val="2451105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0861FE-E79A-4546-8B19-899170B47326}" type="datetimeFigureOut">
              <a:rPr lang="en-US" smtClean="0"/>
              <a:t>01-Sep-25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213EC7-74A0-4008-A493-001EEDF4AF46}" type="slidenum">
              <a:rPr lang="en-US" smtClean="0"/>
              <a:t>‹#›</a:t>
            </a:fld>
            <a:endParaRPr lang="en-US"/>
          </a:p>
        </p:txBody>
      </p:sp>
    </p:spTree>
    <p:extLst>
      <p:ext uri="{BB962C8B-B14F-4D97-AF65-F5344CB8AC3E}">
        <p14:creationId xmlns:p14="http://schemas.microsoft.com/office/powerpoint/2010/main" val="1265864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762001"/>
            <a:ext cx="8763000" cy="2838450"/>
          </a:xfrm>
        </p:spPr>
        <p:txBody>
          <a:bodyPr/>
          <a:lstStyle/>
          <a:p>
            <a:r>
              <a:rPr lang="en-US" b="1" dirty="0" err="1" smtClean="0">
                <a:solidFill>
                  <a:srgbClr val="C00000"/>
                </a:solidFill>
                <a:latin typeface="Power Geez Unicode1" panose="00000400000000000000" pitchFamily="2" charset="0"/>
              </a:rPr>
              <a:t>ስለ</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መሐመድ</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መምጣት</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በመጽሐፍ</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ቅዱስ</a:t>
            </a:r>
            <a:r>
              <a:rPr lang="en-US" b="1" dirty="0" smtClean="0">
                <a:solidFill>
                  <a:srgbClr val="C00000"/>
                </a:solidFill>
                <a:latin typeface="Power Geez Unicode1" panose="00000400000000000000" pitchFamily="2" charset="0"/>
              </a:rPr>
              <a:t> </a:t>
            </a:r>
            <a:r>
              <a:rPr lang="en-US" b="1" dirty="0" err="1" smtClean="0">
                <a:solidFill>
                  <a:srgbClr val="C00000"/>
                </a:solidFill>
                <a:latin typeface="Power Geez Unicode1" panose="00000400000000000000" pitchFamily="2" charset="0"/>
              </a:rPr>
              <a:t>ተጽፎአልን</a:t>
            </a:r>
            <a:endParaRPr lang="en-US" b="1" dirty="0">
              <a:solidFill>
                <a:srgbClr val="C00000"/>
              </a:solidFill>
              <a:latin typeface="Power Geez Unicode1" panose="00000400000000000000" pitchFamily="2" charset="0"/>
            </a:endParaRPr>
          </a:p>
        </p:txBody>
      </p:sp>
      <p:sp>
        <p:nvSpPr>
          <p:cNvPr id="3" name="Subtitle 2"/>
          <p:cNvSpPr>
            <a:spLocks noGrp="1"/>
          </p:cNvSpPr>
          <p:nvPr>
            <p:ph type="subTitle" idx="1"/>
          </p:nvPr>
        </p:nvSpPr>
        <p:spPr/>
        <p:txBody>
          <a:bodyPr/>
          <a:lstStyle/>
          <a:p>
            <a:r>
              <a:rPr lang="en-US" b="1" dirty="0" err="1" smtClean="0">
                <a:solidFill>
                  <a:srgbClr val="00B050"/>
                </a:solidFill>
                <a:latin typeface="Power Geez Unicode1" panose="00000400000000000000" pitchFamily="2" charset="0"/>
              </a:rPr>
              <a:t>ክፍል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ስምንት</a:t>
            </a:r>
            <a:endParaRPr lang="en-US" b="1" dirty="0">
              <a:solidFill>
                <a:srgbClr val="00B050"/>
              </a:solidFill>
              <a:latin typeface="Power Geez Unicode1" panose="00000400000000000000" pitchFamily="2" charset="0"/>
            </a:endParaRPr>
          </a:p>
        </p:txBody>
      </p:sp>
    </p:spTree>
    <p:extLst>
      <p:ext uri="{BB962C8B-B14F-4D97-AF65-F5344CB8AC3E}">
        <p14:creationId xmlns:p14="http://schemas.microsoft.com/office/powerpoint/2010/main" val="1175178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96982" y="304800"/>
            <a:ext cx="8970818" cy="6477000"/>
          </a:xfrm>
        </p:spPr>
        <p:txBody>
          <a:bodyPr>
            <a:normAutofit fontScale="70000" lnSpcReduction="20000"/>
          </a:bodyPr>
          <a:lstStyle/>
          <a:p>
            <a:pPr marL="514350" indent="-514350" algn="just">
              <a:lnSpc>
                <a:spcPct val="160000"/>
              </a:lnSpc>
              <a:buAutoNum type="arabicPeriod"/>
            </a:pPr>
            <a:r>
              <a:rPr lang="en-US" b="1" dirty="0" err="1" smtClean="0">
                <a:solidFill>
                  <a:srgbClr val="FF0000"/>
                </a:solidFill>
                <a:latin typeface="Power Geez Unicode1" panose="00000400000000000000" pitchFamily="2" charset="0"/>
              </a:rPr>
              <a:t>ቁርአን</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ስለመሐመድ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መምጣት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በቀደሙት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መጽሐፍት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ውስጥ</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ትንቢት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ተነግሮአል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ይላል</a:t>
            </a:r>
            <a:r>
              <a:rPr lang="en-US" b="1" dirty="0" smtClean="0">
                <a:solidFill>
                  <a:srgbClr val="FF0000"/>
                </a:solidFill>
                <a:latin typeface="Power Geez Unicode1" panose="00000400000000000000" pitchFamily="2" charset="0"/>
              </a:rPr>
              <a:t>፡፡</a:t>
            </a:r>
          </a:p>
          <a:p>
            <a:pPr algn="just">
              <a:lnSpc>
                <a:spcPct val="160000"/>
              </a:lnSpc>
              <a:buFont typeface="Wingdings" panose="05000000000000000000" pitchFamily="2" charset="2"/>
              <a:buChar char="§"/>
            </a:pPr>
            <a:r>
              <a:rPr lang="en-US" b="1" dirty="0" smtClean="0">
                <a:solidFill>
                  <a:srgbClr val="00B050"/>
                </a:solidFill>
                <a:latin typeface="Power Geez Unicode1" panose="00000400000000000000" pitchFamily="2" charset="0"/>
              </a:rPr>
              <a:t> </a:t>
            </a:r>
            <a:r>
              <a:rPr lang="am-ET" b="1" dirty="0">
                <a:solidFill>
                  <a:srgbClr val="00B050"/>
                </a:solidFill>
              </a:rPr>
              <a:t>ሱራ </a:t>
            </a:r>
            <a:r>
              <a:rPr lang="am-ET" b="1" dirty="0" smtClean="0">
                <a:solidFill>
                  <a:srgbClr val="00B050"/>
                </a:solidFill>
              </a:rPr>
              <a:t>7፡157</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ለእነዚያ ያንን እነሱ ዘንድ </a:t>
            </a:r>
            <a:r>
              <a:rPr lang="am-ET" b="1" dirty="0">
                <a:solidFill>
                  <a:srgbClr val="7030A0"/>
                </a:solidFill>
              </a:rPr>
              <a:t>በተውራትና በኢንጂል ተጽፎ የሚያገኙትን የማይጽፍና የማያነብ ነቢይ የኾነውን </a:t>
            </a:r>
            <a:r>
              <a:rPr lang="am-ET" b="1" dirty="0"/>
              <a:t>መልክተኛ የሚከተሉ ለኾኑት (በእርግጥ እጽፍለታለሁ)፡፡ በበጎ ሥራ ያዛቸዋል፡፡ ከክፉም ነገር ይከለክላቸዋል፡፡ መልካም ነገሮችንም ለነርሱ ይፈቅድላቸዋል፡፡ መጥፎ ነገሮችንም በእነርሱ ላይ እርም ያደርግባቸዋል፡፡ ከእነሱም ላይ ሸክማቸውንና እነዚያንም በእነርሱ ላይ የነበሩትን እንዛዝላዎች (ከባድ ሕግጋቶች) ያነሳላቸዋል፡፡ እነዚያም በእርሱ ያመኑ ያከበሩትም የረዱትም ያንንም ከእርሱ ጋር የተወረደውን ብርሃን የተከተሉ እነዚያ እነሱ የሚያድኑ ናቸው</a:t>
            </a:r>
            <a:r>
              <a:rPr lang="am-ET" b="1" dirty="0" smtClean="0"/>
              <a:t>፡፡</a:t>
            </a:r>
            <a:endParaRPr lang="en-US" b="1" dirty="0" smtClean="0">
              <a:latin typeface="Power Geez Unicode1" panose="00000400000000000000" pitchFamily="2" charset="0"/>
            </a:endParaRPr>
          </a:p>
        </p:txBody>
      </p:sp>
    </p:spTree>
    <p:extLst>
      <p:ext uri="{BB962C8B-B14F-4D97-AF65-F5344CB8AC3E}">
        <p14:creationId xmlns:p14="http://schemas.microsoft.com/office/powerpoint/2010/main" val="192115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763000" cy="6400800"/>
          </a:xfrm>
        </p:spPr>
        <p:txBody>
          <a:bodyPr>
            <a:normAutofit fontScale="70000" lnSpcReduction="20000"/>
          </a:bodyPr>
          <a:lstStyle/>
          <a:p>
            <a:pPr algn="just">
              <a:lnSpc>
                <a:spcPct val="170000"/>
              </a:lnSpc>
              <a:buFont typeface="Wingdings" panose="05000000000000000000" pitchFamily="2" charset="2"/>
              <a:buChar char="§"/>
            </a:pPr>
            <a:r>
              <a:rPr lang="en-US" b="1" dirty="0" smtClean="0">
                <a:solidFill>
                  <a:srgbClr val="00B050"/>
                </a:solidFill>
                <a:latin typeface="Power Geez Unicode1" panose="00000400000000000000" pitchFamily="2" charset="0"/>
              </a:rPr>
              <a:t>61፡6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የመርየም ልጅ ዒሳም፡- «የእስራኤል ልጆች ሆይ! እኔ ከተውራት በፊቴ ያለውን የማረጋግጥና </a:t>
            </a:r>
            <a:r>
              <a:rPr lang="am-ET" b="1" dirty="0">
                <a:solidFill>
                  <a:srgbClr val="7030A0"/>
                </a:solidFill>
              </a:rPr>
              <a:t>ከእኔ በኋላ በሚመጣው መልክተኛ ስሙ አሕመድ </a:t>
            </a:r>
            <a:r>
              <a:rPr lang="am-ET" b="1" dirty="0"/>
              <a:t>በኾነው የማበስር ስኾን ወደእናንተ (የተላክሁ) የአላህ መልክተኛ ነኝ» ባለ ጊዜ (አስታውስ)፡፡ በግልጽ ተዓምራቶች በመጣቸውም ጊዜ «ይህ ግልጽ ድግምት ነው» አሉ</a:t>
            </a:r>
            <a:r>
              <a:rPr lang="am-ET" b="1" dirty="0" smtClean="0"/>
              <a:t>፡፡</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
            </a:pPr>
            <a:r>
              <a:rPr lang="en-US" b="1" dirty="0" err="1" smtClean="0">
                <a:latin typeface="Power Geez Unicode1" panose="00000400000000000000" pitchFamily="2" charset="0"/>
              </a:rPr>
              <a:t>ከእነዚህ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የቁርአን</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ጥቅሶች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የተነሳ</a:t>
            </a:r>
            <a:r>
              <a:rPr lang="en-US" b="1" dirty="0" smtClean="0">
                <a:latin typeface="Power Geez Unicode1" panose="00000400000000000000" pitchFamily="2" charset="0"/>
              </a:rPr>
              <a:t> </a:t>
            </a:r>
            <a:r>
              <a:rPr lang="en-US" b="1" dirty="0" err="1" smtClean="0">
                <a:latin typeface="Power Geez Unicode1" panose="00000400000000000000" pitchFamily="2" charset="0"/>
              </a:rPr>
              <a:t>ሙሰሊሞች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የተነገረ</a:t>
            </a:r>
            <a:r>
              <a:rPr lang="en-US" b="1" dirty="0" smtClean="0">
                <a:latin typeface="Power Geez Unicode1" panose="00000400000000000000" pitchFamily="2" charset="0"/>
              </a:rPr>
              <a:t> </a:t>
            </a:r>
            <a:r>
              <a:rPr lang="en-US" b="1" dirty="0" err="1" smtClean="0">
                <a:latin typeface="Power Geez Unicode1" panose="00000400000000000000" pitchFamily="2" charset="0"/>
              </a:rPr>
              <a:t>ትንቢት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a:t>
            </a:r>
            <a:r>
              <a:rPr lang="en-US" b="1" dirty="0" smtClean="0">
                <a:latin typeface="Power Geez Unicode1" panose="00000400000000000000" pitchFamily="2" charset="0"/>
              </a:rPr>
              <a:t> </a:t>
            </a:r>
            <a:r>
              <a:rPr lang="en-US" b="1" dirty="0" err="1" smtClean="0">
                <a:latin typeface="Power Geez Unicode1" panose="00000400000000000000" pitchFamily="2" charset="0"/>
              </a:rPr>
              <a:t>በማለት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የተለያዩ</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ጥቅሶችን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ከአውዱ</a:t>
            </a:r>
            <a:r>
              <a:rPr lang="en-US" b="1" dirty="0" smtClean="0">
                <a:latin typeface="Power Geez Unicode1" panose="00000400000000000000" pitchFamily="2" charset="0"/>
              </a:rPr>
              <a:t> </a:t>
            </a:r>
            <a:r>
              <a:rPr lang="en-US" b="1" dirty="0" err="1" smtClean="0">
                <a:latin typeface="Power Geez Unicode1" panose="00000400000000000000" pitchFamily="2" charset="0"/>
              </a:rPr>
              <a:t>ውጪ</a:t>
            </a:r>
            <a:r>
              <a:rPr lang="en-US" b="1" dirty="0" smtClean="0">
                <a:latin typeface="Power Geez Unicode1" panose="00000400000000000000" pitchFamily="2" charset="0"/>
              </a:rPr>
              <a:t> </a:t>
            </a:r>
            <a:r>
              <a:rPr lang="en-US" b="1" dirty="0" err="1" smtClean="0">
                <a:latin typeface="Power Geez Unicode1" panose="00000400000000000000" pitchFamily="2" charset="0"/>
              </a:rPr>
              <a:t>በሆነ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ሁኔታ</a:t>
            </a:r>
            <a:r>
              <a:rPr lang="en-US" b="1" dirty="0" smtClean="0">
                <a:latin typeface="Power Geez Unicode1" panose="00000400000000000000" pitchFamily="2" charset="0"/>
              </a:rPr>
              <a:t> </a:t>
            </a:r>
            <a:r>
              <a:rPr lang="en-US" b="1" dirty="0" err="1" smtClean="0">
                <a:latin typeface="Power Geez Unicode1" panose="00000400000000000000" pitchFamily="2" charset="0"/>
              </a:rPr>
              <a:t>ለእነርሱ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በሚመቻቸው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መንገድ</a:t>
            </a:r>
            <a:r>
              <a:rPr lang="en-US" b="1" dirty="0" smtClean="0">
                <a:latin typeface="Power Geez Unicode1" panose="00000400000000000000" pitchFamily="2" charset="0"/>
              </a:rPr>
              <a:t> </a:t>
            </a:r>
            <a:r>
              <a:rPr lang="en-US" b="1" dirty="0" err="1" smtClean="0">
                <a:latin typeface="Power Geez Unicode1" panose="00000400000000000000" pitchFamily="2" charset="0"/>
              </a:rPr>
              <a:t>ለመተርጎም</a:t>
            </a:r>
            <a:r>
              <a:rPr lang="en-US" b="1" dirty="0" smtClean="0">
                <a:latin typeface="Power Geez Unicode1" panose="00000400000000000000" pitchFamily="2" charset="0"/>
              </a:rPr>
              <a:t> </a:t>
            </a:r>
            <a:r>
              <a:rPr lang="en-US" b="1" dirty="0" err="1" smtClean="0">
                <a:latin typeface="Power Geez Unicode1" panose="00000400000000000000" pitchFamily="2" charset="0"/>
              </a:rPr>
              <a:t>ይሞክራሉ</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ቀጥሎ</a:t>
            </a:r>
            <a:r>
              <a:rPr lang="en-US" b="1" dirty="0" smtClean="0">
                <a:latin typeface="Power Geez Unicode1" panose="00000400000000000000" pitchFamily="2" charset="0"/>
              </a:rPr>
              <a:t> </a:t>
            </a:r>
            <a:r>
              <a:rPr lang="en-US" b="1" dirty="0" err="1" smtClean="0">
                <a:latin typeface="Power Geez Unicode1" panose="00000400000000000000" pitchFamily="2" charset="0"/>
              </a:rPr>
              <a:t>ሙስሊሞች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የሚያነስዋቸውን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ጥቅሶች</a:t>
            </a:r>
            <a:r>
              <a:rPr lang="en-US" b="1" dirty="0" smtClean="0">
                <a:latin typeface="Power Geez Unicode1" panose="00000400000000000000" pitchFamily="2" charset="0"/>
              </a:rPr>
              <a:t> </a:t>
            </a:r>
            <a:r>
              <a:rPr lang="en-US" b="1" dirty="0" err="1" smtClean="0">
                <a:latin typeface="Power Geez Unicode1" panose="00000400000000000000" pitchFamily="2" charset="0"/>
              </a:rPr>
              <a:t>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እንመለከታለን</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2242037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400800"/>
          </a:xfrm>
        </p:spPr>
        <p:txBody>
          <a:bodyPr>
            <a:normAutofit fontScale="92500" lnSpcReduction="20000"/>
          </a:bodyPr>
          <a:lstStyle/>
          <a:p>
            <a:pPr marL="0" indent="0" algn="just">
              <a:lnSpc>
                <a:spcPct val="150000"/>
              </a:lnSpc>
              <a:buNone/>
            </a:pPr>
            <a:r>
              <a:rPr lang="en-US" b="1" dirty="0" smtClean="0">
                <a:solidFill>
                  <a:srgbClr val="FF0000"/>
                </a:solidFill>
                <a:latin typeface="Power Geez Unicode1" panose="00000400000000000000" pitchFamily="2" charset="0"/>
              </a:rPr>
              <a:t>2. </a:t>
            </a:r>
            <a:r>
              <a:rPr lang="en-US" b="1" dirty="0" err="1" smtClean="0">
                <a:solidFill>
                  <a:srgbClr val="FF0000"/>
                </a:solidFill>
                <a:latin typeface="Power Geez Unicode1" panose="00000400000000000000" pitchFamily="2" charset="0"/>
              </a:rPr>
              <a:t>ሙስሊሞች</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በመጽሐፍ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ቅዱስ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ውስጥ</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ስለመሐመድ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መምጣት</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የተነገሩ</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ትንቢቶች</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ብለው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የሚጠቅ</a:t>
            </a:r>
            <a:r>
              <a:rPr lang="am-ET" b="1" dirty="0" smtClean="0">
                <a:solidFill>
                  <a:srgbClr val="FF0000"/>
                </a:solidFill>
              </a:rPr>
              <a:t>ሷ</a:t>
            </a:r>
            <a:r>
              <a:rPr lang="en-US" b="1" dirty="0" err="1" smtClean="0">
                <a:solidFill>
                  <a:srgbClr val="FF0000"/>
                </a:solidFill>
                <a:latin typeface="Power Geez Unicode1" panose="00000400000000000000" pitchFamily="2" charset="0"/>
              </a:rPr>
              <a:t>ቸው</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ክፍሎችና</a:t>
            </a:r>
            <a:r>
              <a:rPr lang="en-US" b="1" dirty="0" smtClean="0">
                <a:solidFill>
                  <a:srgbClr val="FF0000"/>
                </a:solidFill>
                <a:latin typeface="Power Geez Unicode1" panose="00000400000000000000" pitchFamily="2" charset="0"/>
              </a:rPr>
              <a:t> </a:t>
            </a:r>
            <a:r>
              <a:rPr lang="en-US" b="1" dirty="0" err="1" smtClean="0">
                <a:solidFill>
                  <a:srgbClr val="FF0000"/>
                </a:solidFill>
                <a:latin typeface="Power Geez Unicode1" panose="00000400000000000000" pitchFamily="2" charset="0"/>
              </a:rPr>
              <a:t>መልሶቻቸው</a:t>
            </a:r>
            <a:endParaRPr lang="en-US" b="1" dirty="0" smtClean="0">
              <a:solidFill>
                <a:srgbClr val="FF0000"/>
              </a:solidFill>
              <a:latin typeface="Power Geez Unicode1" panose="00000400000000000000" pitchFamily="2" charset="0"/>
            </a:endParaRPr>
          </a:p>
          <a:p>
            <a:pPr algn="just">
              <a:lnSpc>
                <a:spcPct val="150000"/>
              </a:lnSpc>
              <a:buFont typeface="Wingdings" panose="05000000000000000000" pitchFamily="2" charset="2"/>
              <a:buChar char="v"/>
            </a:pPr>
            <a:r>
              <a:rPr lang="en-US" b="1" dirty="0">
                <a:latin typeface="Power Geez Unicode1" panose="00000400000000000000" pitchFamily="2" charset="0"/>
              </a:rPr>
              <a:t> </a:t>
            </a:r>
            <a:r>
              <a:rPr lang="am-ET" b="1" i="1" dirty="0">
                <a:solidFill>
                  <a:srgbClr val="00B050"/>
                </a:solidFill>
              </a:rPr>
              <a:t>ዘዳግም </a:t>
            </a:r>
            <a:r>
              <a:rPr lang="am-ET" b="1" dirty="0">
                <a:solidFill>
                  <a:srgbClr val="00B050"/>
                </a:solidFill>
              </a:rPr>
              <a:t>18፡18 </a:t>
            </a:r>
            <a:r>
              <a:rPr lang="am-ET" b="1" i="1" dirty="0"/>
              <a:t>“እግዚአብሔር</a:t>
            </a:r>
            <a:r>
              <a:rPr lang="am-ET" b="1" dirty="0"/>
              <a:t> </a:t>
            </a:r>
            <a:r>
              <a:rPr lang="am-ET" b="1" i="1" dirty="0"/>
              <a:t>አለኝ</a:t>
            </a:r>
            <a:r>
              <a:rPr lang="am-ET" b="1" dirty="0"/>
              <a:t> </a:t>
            </a:r>
            <a:r>
              <a:rPr lang="am-ET" b="1" i="1" dirty="0"/>
              <a:t>፡– የተናገሩት</a:t>
            </a:r>
            <a:r>
              <a:rPr lang="am-ET" b="1" dirty="0"/>
              <a:t> </a:t>
            </a:r>
            <a:r>
              <a:rPr lang="am-ET" b="1" i="1" dirty="0"/>
              <a:t>መልካም</a:t>
            </a:r>
            <a:r>
              <a:rPr lang="am-ET" b="1" dirty="0"/>
              <a:t> </a:t>
            </a:r>
            <a:r>
              <a:rPr lang="am-ET" b="1" i="1" dirty="0"/>
              <a:t>ነው፡፡</a:t>
            </a:r>
            <a:r>
              <a:rPr lang="am-ET" b="1" dirty="0"/>
              <a:t> </a:t>
            </a:r>
            <a:r>
              <a:rPr lang="am-ET" b="1" i="1" dirty="0">
                <a:solidFill>
                  <a:srgbClr val="7030A0"/>
                </a:solidFill>
              </a:rPr>
              <a:t>ከወንድሞቻቸው</a:t>
            </a:r>
            <a:r>
              <a:rPr lang="am-ET" b="1" dirty="0">
                <a:solidFill>
                  <a:srgbClr val="7030A0"/>
                </a:solidFill>
              </a:rPr>
              <a:t> </a:t>
            </a:r>
            <a:r>
              <a:rPr lang="am-ET" b="1" i="1" dirty="0">
                <a:solidFill>
                  <a:srgbClr val="7030A0"/>
                </a:solidFill>
              </a:rPr>
              <a:t>መካከል</a:t>
            </a:r>
            <a:r>
              <a:rPr lang="am-ET" b="1" dirty="0">
                <a:solidFill>
                  <a:srgbClr val="7030A0"/>
                </a:solidFill>
              </a:rPr>
              <a:t> </a:t>
            </a:r>
            <a:r>
              <a:rPr lang="am-ET" b="1" i="1" dirty="0">
                <a:solidFill>
                  <a:srgbClr val="7030A0"/>
                </a:solidFill>
              </a:rPr>
              <a:t>እንደአንተ</a:t>
            </a:r>
            <a:r>
              <a:rPr lang="am-ET" b="1" dirty="0">
                <a:solidFill>
                  <a:srgbClr val="7030A0"/>
                </a:solidFill>
              </a:rPr>
              <a:t> </a:t>
            </a:r>
            <a:r>
              <a:rPr lang="am-ET" b="1" i="1" dirty="0">
                <a:solidFill>
                  <a:srgbClr val="7030A0"/>
                </a:solidFill>
              </a:rPr>
              <a:t>ያለ</a:t>
            </a:r>
            <a:r>
              <a:rPr lang="am-ET" b="1" dirty="0">
                <a:solidFill>
                  <a:srgbClr val="7030A0"/>
                </a:solidFill>
              </a:rPr>
              <a:t> </a:t>
            </a:r>
            <a:r>
              <a:rPr lang="am-ET" b="1" i="1" dirty="0">
                <a:solidFill>
                  <a:srgbClr val="7030A0"/>
                </a:solidFill>
              </a:rPr>
              <a:t>ነቢይ</a:t>
            </a:r>
            <a:r>
              <a:rPr lang="am-ET" b="1" dirty="0">
                <a:solidFill>
                  <a:srgbClr val="7030A0"/>
                </a:solidFill>
              </a:rPr>
              <a:t> </a:t>
            </a:r>
            <a:r>
              <a:rPr lang="am-ET" b="1" i="1" dirty="0">
                <a:solidFill>
                  <a:srgbClr val="7030A0"/>
                </a:solidFill>
              </a:rPr>
              <a:t>አስነሳላቸዋለሁ</a:t>
            </a:r>
            <a:r>
              <a:rPr lang="am-ET" b="1" i="1" dirty="0"/>
              <a:t>፡፡</a:t>
            </a:r>
            <a:r>
              <a:rPr lang="am-ET" b="1" dirty="0"/>
              <a:t> </a:t>
            </a:r>
            <a:r>
              <a:rPr lang="am-ET" b="1" i="1" dirty="0"/>
              <a:t>ቃሌንም</a:t>
            </a:r>
            <a:r>
              <a:rPr lang="am-ET" b="1" dirty="0"/>
              <a:t> </a:t>
            </a:r>
            <a:r>
              <a:rPr lang="am-ET" b="1" i="1" dirty="0"/>
              <a:t>በአፉ</a:t>
            </a:r>
            <a:r>
              <a:rPr lang="am-ET" b="1" dirty="0"/>
              <a:t> </a:t>
            </a:r>
            <a:r>
              <a:rPr lang="am-ET" b="1" i="1" dirty="0"/>
              <a:t>አደርጋለሁ፡፡</a:t>
            </a:r>
            <a:r>
              <a:rPr lang="am-ET" b="1" dirty="0"/>
              <a:t> </a:t>
            </a:r>
            <a:r>
              <a:rPr lang="am-ET" b="1" i="1" dirty="0"/>
              <a:t>ያዘዝሁትንም</a:t>
            </a:r>
            <a:r>
              <a:rPr lang="am-ET" b="1" dirty="0"/>
              <a:t> </a:t>
            </a:r>
            <a:r>
              <a:rPr lang="am-ET" b="1" i="1" dirty="0"/>
              <a:t>ቃል</a:t>
            </a:r>
            <a:r>
              <a:rPr lang="am-ET" b="1" dirty="0"/>
              <a:t> </a:t>
            </a:r>
            <a:r>
              <a:rPr lang="am-ET" b="1" i="1" dirty="0"/>
              <a:t>ሁሉ ይነግራቸዋል፡፡</a:t>
            </a:r>
            <a:r>
              <a:rPr lang="am-ET" b="1" dirty="0"/>
              <a:t> </a:t>
            </a:r>
            <a:r>
              <a:rPr lang="am-ET" b="1" i="1" dirty="0"/>
              <a:t>በስሜም</a:t>
            </a:r>
            <a:r>
              <a:rPr lang="am-ET" b="1" dirty="0"/>
              <a:t> </a:t>
            </a:r>
            <a:r>
              <a:rPr lang="am-ET" b="1" i="1" dirty="0"/>
              <a:t>የሚናገረውን</a:t>
            </a:r>
            <a:r>
              <a:rPr lang="am-ET" b="1" dirty="0"/>
              <a:t> </a:t>
            </a:r>
            <a:r>
              <a:rPr lang="am-ET" b="1" i="1" dirty="0"/>
              <a:t>ቃሌን</a:t>
            </a:r>
            <a:r>
              <a:rPr lang="am-ET" b="1" dirty="0"/>
              <a:t> </a:t>
            </a:r>
            <a:r>
              <a:rPr lang="am-ET" b="1" i="1" dirty="0"/>
              <a:t>የማይሰማውን</a:t>
            </a:r>
            <a:r>
              <a:rPr lang="am-ET" b="1" dirty="0"/>
              <a:t> </a:t>
            </a:r>
            <a:r>
              <a:rPr lang="am-ET" b="1" i="1" dirty="0"/>
              <a:t>ሰው</a:t>
            </a:r>
            <a:r>
              <a:rPr lang="am-ET" b="1" dirty="0"/>
              <a:t> </a:t>
            </a:r>
            <a:r>
              <a:rPr lang="am-ET" b="1" i="1" dirty="0"/>
              <a:t>እኔ</a:t>
            </a:r>
            <a:r>
              <a:rPr lang="am-ET" b="1" dirty="0"/>
              <a:t> </a:t>
            </a:r>
            <a:r>
              <a:rPr lang="am-ET" b="1" i="1" dirty="0"/>
              <a:t>እበቀልለታለሁ</a:t>
            </a:r>
            <a:r>
              <a:rPr lang="am-ET" b="1" i="1" dirty="0" smtClean="0"/>
              <a:t>፡፡”</a:t>
            </a:r>
            <a:endParaRPr lang="en-US" b="1" i="1" dirty="0" smtClean="0"/>
          </a:p>
          <a:p>
            <a:pPr algn="just">
              <a:lnSpc>
                <a:spcPct val="150000"/>
              </a:lnSpc>
              <a:buFont typeface="Wingdings" panose="05000000000000000000" pitchFamily="2" charset="2"/>
              <a:buChar char="v"/>
            </a:pPr>
            <a:r>
              <a:rPr lang="en-US" b="1" i="1" dirty="0">
                <a:solidFill>
                  <a:srgbClr val="0070C0"/>
                </a:solidFill>
                <a:latin typeface="Power Geez Unicode1" panose="00000400000000000000" pitchFamily="2" charset="0"/>
              </a:rPr>
              <a:t> </a:t>
            </a:r>
            <a:r>
              <a:rPr lang="en-US" b="1" dirty="0" err="1" smtClean="0">
                <a:solidFill>
                  <a:srgbClr val="0070C0"/>
                </a:solidFill>
                <a:latin typeface="Power Geez Unicode1" panose="00000400000000000000" pitchFamily="2" charset="0"/>
              </a:rPr>
              <a:t>ሙሴን</a:t>
            </a:r>
            <a:r>
              <a:rPr lang="en-US" b="1" dirty="0" smtClean="0">
                <a:solidFill>
                  <a:srgbClr val="0070C0"/>
                </a:solidFill>
                <a:latin typeface="Power Geez Unicode1" panose="00000400000000000000" pitchFamily="2" charset="0"/>
              </a:rPr>
              <a:t> </a:t>
            </a:r>
            <a:r>
              <a:rPr lang="en-US" b="1" dirty="0" err="1" smtClean="0">
                <a:solidFill>
                  <a:srgbClr val="0070C0"/>
                </a:solidFill>
                <a:latin typeface="Power Geez Unicode1" panose="00000400000000000000" pitchFamily="2" charset="0"/>
              </a:rPr>
              <a:t>የሚመስል</a:t>
            </a:r>
            <a:r>
              <a:rPr lang="en-US" b="1" dirty="0" smtClean="0">
                <a:solidFill>
                  <a:srgbClr val="0070C0"/>
                </a:solidFill>
                <a:latin typeface="Power Geez Unicode1" panose="00000400000000000000" pitchFamily="2" charset="0"/>
              </a:rPr>
              <a:t> </a:t>
            </a:r>
            <a:r>
              <a:rPr lang="en-US" b="1" dirty="0" err="1" smtClean="0">
                <a:solidFill>
                  <a:srgbClr val="0070C0"/>
                </a:solidFill>
                <a:latin typeface="Power Geez Unicode1" panose="00000400000000000000" pitchFamily="2" charset="0"/>
              </a:rPr>
              <a:t>ነብይ</a:t>
            </a:r>
            <a:r>
              <a:rPr lang="en-US" b="1" dirty="0" smtClean="0">
                <a:solidFill>
                  <a:srgbClr val="0070C0"/>
                </a:solidFill>
                <a:latin typeface="Power Geez Unicode1" panose="00000400000000000000" pitchFamily="2" charset="0"/>
              </a:rPr>
              <a:t> </a:t>
            </a:r>
            <a:r>
              <a:rPr lang="en-US" b="1" dirty="0" err="1" smtClean="0">
                <a:solidFill>
                  <a:srgbClr val="0070C0"/>
                </a:solidFill>
                <a:latin typeface="Power Geez Unicode1" panose="00000400000000000000" pitchFamily="2" charset="0"/>
              </a:rPr>
              <a:t>ማን</a:t>
            </a:r>
            <a:r>
              <a:rPr lang="en-US" b="1" dirty="0" smtClean="0">
                <a:solidFill>
                  <a:srgbClr val="0070C0"/>
                </a:solidFill>
                <a:latin typeface="Power Geez Unicode1" panose="00000400000000000000" pitchFamily="2" charset="0"/>
              </a:rPr>
              <a:t> </a:t>
            </a:r>
            <a:r>
              <a:rPr lang="en-US" b="1" dirty="0" err="1" smtClean="0">
                <a:solidFill>
                  <a:srgbClr val="0070C0"/>
                </a:solidFill>
                <a:latin typeface="Power Geez Unicode1" panose="00000400000000000000" pitchFamily="2" charset="0"/>
              </a:rPr>
              <a:t>ነው</a:t>
            </a:r>
            <a:r>
              <a:rPr lang="en-US" b="1" dirty="0" smtClean="0">
                <a:solidFill>
                  <a:srgbClr val="0070C0"/>
                </a:solidFill>
                <a:latin typeface="Power Geez Unicode1" panose="00000400000000000000" pitchFamily="2" charset="0"/>
              </a:rPr>
              <a:t>?</a:t>
            </a:r>
            <a:endParaRPr lang="en-US" b="1" dirty="0">
              <a:solidFill>
                <a:srgbClr val="0070C0"/>
              </a:solidFill>
              <a:latin typeface="Power Geez Unicode1" panose="00000400000000000000" pitchFamily="2" charset="0"/>
            </a:endParaRPr>
          </a:p>
        </p:txBody>
      </p:sp>
    </p:spTree>
    <p:extLst>
      <p:ext uri="{BB962C8B-B14F-4D97-AF65-F5344CB8AC3E}">
        <p14:creationId xmlns:p14="http://schemas.microsoft.com/office/powerpoint/2010/main" val="2846999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lstStyle/>
          <a:p>
            <a:pPr>
              <a:lnSpc>
                <a:spcPct val="150000"/>
              </a:lnSpc>
              <a:buFont typeface="Wingdings" panose="05000000000000000000" pitchFamily="2" charset="2"/>
              <a:buChar char="§"/>
            </a:pPr>
            <a:r>
              <a:rPr lang="en-US" dirty="0" smtClean="0">
                <a:latin typeface="Power Geez Unicode1" panose="00000400000000000000" pitchFamily="2" charset="0"/>
              </a:rPr>
              <a:t> </a:t>
            </a:r>
            <a:r>
              <a:rPr lang="en-US" dirty="0" err="1" smtClean="0">
                <a:solidFill>
                  <a:srgbClr val="7030A0"/>
                </a:solidFill>
                <a:latin typeface="Power Geez Unicode1" panose="00000400000000000000" pitchFamily="2" charset="0"/>
              </a:rPr>
              <a:t>ሙስሊሞች</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በሙሴና</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በመሐመድ</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መካከል</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አሉ</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ብለው</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የሚያቀርብዋቸው</a:t>
            </a:r>
            <a:r>
              <a:rPr lang="en-US" dirty="0" smtClean="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መመሳሰሎች</a:t>
            </a:r>
            <a:r>
              <a:rPr lang="en-US" dirty="0" smtClean="0">
                <a:solidFill>
                  <a:srgbClr val="7030A0"/>
                </a:solidFill>
                <a:latin typeface="Power Geez Unicode1" panose="00000400000000000000" pitchFamily="2" charset="0"/>
              </a:rPr>
              <a:t>፡-</a:t>
            </a:r>
          </a:p>
          <a:p>
            <a:pPr>
              <a:lnSpc>
                <a:spcPct val="150000"/>
              </a:lnSpc>
              <a:buFont typeface="Wingdings" panose="05000000000000000000" pitchFamily="2" charset="2"/>
              <a:buChar char="Ø"/>
            </a:pPr>
            <a:r>
              <a:rPr lang="en-US" dirty="0">
                <a:latin typeface="Power Geez Unicode1" panose="00000400000000000000" pitchFamily="2" charset="0"/>
              </a:rPr>
              <a:t> </a:t>
            </a:r>
            <a:r>
              <a:rPr lang="en-US" dirty="0" err="1" smtClean="0">
                <a:latin typeface="Power Geez Unicode1" panose="00000400000000000000" pitchFamily="2" charset="0"/>
              </a:rPr>
              <a:t>ሁለቱም</a:t>
            </a:r>
            <a:r>
              <a:rPr lang="en-US" dirty="0" smtClean="0">
                <a:latin typeface="Power Geez Unicode1" panose="00000400000000000000" pitchFamily="2" charset="0"/>
              </a:rPr>
              <a:t> </a:t>
            </a:r>
            <a:r>
              <a:rPr lang="en-US" dirty="0" err="1" smtClean="0">
                <a:latin typeface="Power Geez Unicode1" panose="00000400000000000000" pitchFamily="2" charset="0"/>
              </a:rPr>
              <a:t>አባትና</a:t>
            </a:r>
            <a:r>
              <a:rPr lang="en-US" dirty="0" smtClean="0">
                <a:latin typeface="Power Geez Unicode1" panose="00000400000000000000" pitchFamily="2" charset="0"/>
              </a:rPr>
              <a:t> </a:t>
            </a:r>
            <a:r>
              <a:rPr lang="en-US" dirty="0" err="1" smtClean="0">
                <a:latin typeface="Power Geez Unicode1" panose="00000400000000000000" pitchFamily="2" charset="0"/>
              </a:rPr>
              <a:t>እናት</a:t>
            </a:r>
            <a:r>
              <a:rPr lang="en-US" dirty="0" smtClean="0">
                <a:latin typeface="Power Geez Unicode1" panose="00000400000000000000" pitchFamily="2" charset="0"/>
              </a:rPr>
              <a:t> </a:t>
            </a:r>
            <a:r>
              <a:rPr lang="en-US" dirty="0" err="1" smtClean="0">
                <a:latin typeface="Power Geez Unicode1" panose="00000400000000000000" pitchFamily="2" charset="0"/>
              </a:rPr>
              <a:t>ነበራቸው</a:t>
            </a:r>
            <a:endParaRPr lang="en-US" dirty="0" smtClean="0">
              <a:latin typeface="Power Geez Unicode1" panose="00000400000000000000" pitchFamily="2" charset="0"/>
            </a:endParaRPr>
          </a:p>
          <a:p>
            <a:pPr>
              <a:lnSpc>
                <a:spcPct val="150000"/>
              </a:lnSpc>
              <a:buFont typeface="Wingdings" panose="05000000000000000000" pitchFamily="2" charset="2"/>
              <a:buChar char="Ø"/>
            </a:pPr>
            <a:r>
              <a:rPr lang="en-US" dirty="0">
                <a:latin typeface="Power Geez Unicode1" panose="00000400000000000000" pitchFamily="2" charset="0"/>
              </a:rPr>
              <a:t> </a:t>
            </a:r>
            <a:r>
              <a:rPr lang="en-US" dirty="0" err="1" smtClean="0">
                <a:latin typeface="Power Geez Unicode1" panose="00000400000000000000" pitchFamily="2" charset="0"/>
              </a:rPr>
              <a:t>ልጆች</a:t>
            </a:r>
            <a:r>
              <a:rPr lang="en-US" dirty="0" smtClean="0">
                <a:latin typeface="Power Geez Unicode1" panose="00000400000000000000" pitchFamily="2" charset="0"/>
              </a:rPr>
              <a:t> </a:t>
            </a:r>
            <a:r>
              <a:rPr lang="en-US" dirty="0" err="1" smtClean="0">
                <a:latin typeface="Power Geez Unicode1" panose="00000400000000000000" pitchFamily="2" charset="0"/>
              </a:rPr>
              <a:t>ወልደዋል</a:t>
            </a:r>
            <a:endParaRPr lang="en-US" dirty="0" smtClean="0">
              <a:latin typeface="Power Geez Unicode1" panose="00000400000000000000" pitchFamily="2" charset="0"/>
            </a:endParaRPr>
          </a:p>
          <a:p>
            <a:pPr>
              <a:lnSpc>
                <a:spcPct val="150000"/>
              </a:lnSpc>
              <a:buFont typeface="Wingdings" panose="05000000000000000000" pitchFamily="2" charset="2"/>
              <a:buChar char="Ø"/>
            </a:pPr>
            <a:r>
              <a:rPr lang="en-US" dirty="0">
                <a:latin typeface="Power Geez Unicode1" panose="00000400000000000000" pitchFamily="2" charset="0"/>
              </a:rPr>
              <a:t> </a:t>
            </a:r>
            <a:r>
              <a:rPr lang="en-US" dirty="0" err="1" smtClean="0">
                <a:latin typeface="Power Geez Unicode1" panose="00000400000000000000" pitchFamily="2" charset="0"/>
              </a:rPr>
              <a:t>ተዋግተዋል</a:t>
            </a:r>
            <a:endParaRPr lang="en-US" dirty="0" smtClean="0">
              <a:latin typeface="Power Geez Unicode1" panose="00000400000000000000" pitchFamily="2" charset="0"/>
            </a:endParaRPr>
          </a:p>
          <a:p>
            <a:pPr>
              <a:lnSpc>
                <a:spcPct val="150000"/>
              </a:lnSpc>
              <a:buFont typeface="Wingdings" panose="05000000000000000000" pitchFamily="2" charset="2"/>
              <a:buChar char="Ø"/>
            </a:pPr>
            <a:r>
              <a:rPr lang="en-US" dirty="0">
                <a:latin typeface="Power Geez Unicode1" panose="00000400000000000000" pitchFamily="2" charset="0"/>
              </a:rPr>
              <a:t> </a:t>
            </a:r>
            <a:r>
              <a:rPr lang="en-US" dirty="0" err="1" smtClean="0">
                <a:latin typeface="Power Geez Unicode1" panose="00000400000000000000" pitchFamily="2" charset="0"/>
              </a:rPr>
              <a:t>ህዝብ</a:t>
            </a:r>
            <a:r>
              <a:rPr lang="en-US" dirty="0" smtClean="0">
                <a:latin typeface="Power Geez Unicode1" panose="00000400000000000000" pitchFamily="2" charset="0"/>
              </a:rPr>
              <a:t> </a:t>
            </a:r>
            <a:r>
              <a:rPr lang="en-US" dirty="0" err="1" smtClean="0">
                <a:latin typeface="Power Geez Unicode1" panose="00000400000000000000" pitchFamily="2" charset="0"/>
              </a:rPr>
              <a:t>መርተዋል</a:t>
            </a:r>
            <a:endParaRPr lang="en-US" dirty="0" smtClean="0">
              <a:latin typeface="Power Geez Unicode1" panose="00000400000000000000" pitchFamily="2" charset="0"/>
            </a:endParaRPr>
          </a:p>
          <a:p>
            <a:pPr>
              <a:lnSpc>
                <a:spcPct val="150000"/>
              </a:lnSpc>
              <a:buFont typeface="Wingdings" panose="05000000000000000000" pitchFamily="2" charset="2"/>
              <a:buChar char="Ø"/>
            </a:pPr>
            <a:r>
              <a:rPr lang="en-US" dirty="0">
                <a:latin typeface="Power Geez Unicode1" panose="00000400000000000000" pitchFamily="2" charset="0"/>
              </a:rPr>
              <a:t> </a:t>
            </a:r>
            <a:r>
              <a:rPr lang="en-US" dirty="0" err="1" smtClean="0">
                <a:latin typeface="Power Geez Unicode1" panose="00000400000000000000" pitchFamily="2" charset="0"/>
              </a:rPr>
              <a:t>ወዘተ</a:t>
            </a:r>
            <a:r>
              <a:rPr lang="en-US" dirty="0" smtClean="0">
                <a:latin typeface="Power Geez Unicode1" panose="00000400000000000000" pitchFamily="2" charset="0"/>
              </a:rPr>
              <a:t>…..</a:t>
            </a:r>
            <a:endParaRPr lang="en-US" dirty="0">
              <a:latin typeface="Power Geez Unicode1" panose="00000400000000000000" pitchFamily="2" charset="0"/>
            </a:endParaRPr>
          </a:p>
        </p:txBody>
      </p:sp>
    </p:spTree>
    <p:extLst>
      <p:ext uri="{BB962C8B-B14F-4D97-AF65-F5344CB8AC3E}">
        <p14:creationId xmlns:p14="http://schemas.microsoft.com/office/powerpoint/2010/main" val="215019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324600"/>
          </a:xfrm>
        </p:spPr>
        <p:txBody>
          <a:bodyPr>
            <a:normAutofit fontScale="62500" lnSpcReduction="20000"/>
          </a:bodyPr>
          <a:lstStyle/>
          <a:p>
            <a:pPr marL="0" indent="0">
              <a:lnSpc>
                <a:spcPct val="160000"/>
              </a:lnSpc>
              <a:buNone/>
            </a:pPr>
            <a:r>
              <a:rPr lang="en-US" b="1" dirty="0" err="1" smtClean="0">
                <a:solidFill>
                  <a:srgbClr val="7030A0"/>
                </a:solidFill>
                <a:latin typeface="Power Geez Unicode1" panose="00000400000000000000" pitchFamily="2" charset="0"/>
              </a:rPr>
              <a:t>የሙሴና</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የኢየሱስ</a:t>
            </a: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መመሳሰሎች</a:t>
            </a:r>
            <a:r>
              <a:rPr lang="en-US" b="1" dirty="0" smtClean="0">
                <a:solidFill>
                  <a:srgbClr val="7030A0"/>
                </a:solidFill>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ሁለቱም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የተወለዱት</a:t>
            </a:r>
            <a:r>
              <a:rPr lang="en-US" b="1" dirty="0" smtClean="0">
                <a:latin typeface="Power Geez Unicode1" panose="00000400000000000000" pitchFamily="2" charset="0"/>
              </a:rPr>
              <a:t> </a:t>
            </a:r>
            <a:r>
              <a:rPr lang="en-US" b="1" dirty="0" err="1" smtClean="0">
                <a:latin typeface="Power Geez Unicode1" panose="00000400000000000000" pitchFamily="2" charset="0"/>
              </a:rPr>
              <a:t>ህዝባቸው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በባእድ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አገዛዝ</a:t>
            </a:r>
            <a:r>
              <a:rPr lang="en-US" b="1" dirty="0" smtClean="0">
                <a:latin typeface="Power Geez Unicode1" panose="00000400000000000000" pitchFamily="2" charset="0"/>
              </a:rPr>
              <a:t> </a:t>
            </a:r>
            <a:r>
              <a:rPr lang="en-US" b="1" dirty="0" err="1" smtClean="0">
                <a:latin typeface="Power Geez Unicode1" panose="00000400000000000000" pitchFamily="2" charset="0"/>
              </a:rPr>
              <a:t>ስር</a:t>
            </a:r>
            <a:r>
              <a:rPr lang="en-US" b="1" dirty="0" smtClean="0">
                <a:latin typeface="Power Geez Unicode1" panose="00000400000000000000" pitchFamily="2" charset="0"/>
              </a:rPr>
              <a:t> </a:t>
            </a:r>
            <a:r>
              <a:rPr lang="en-US" b="1" dirty="0" err="1" smtClean="0">
                <a:latin typeface="Power Geez Unicode1" panose="00000400000000000000" pitchFamily="2" charset="0"/>
              </a:rPr>
              <a:t>ሆነው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በህጻንነት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ከሞት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አምልጠዋል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ሁለቱም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በግብጽ</a:t>
            </a:r>
            <a:r>
              <a:rPr lang="en-US" b="1" dirty="0" smtClean="0">
                <a:latin typeface="Power Geez Unicode1" panose="00000400000000000000" pitchFamily="2" charset="0"/>
              </a:rPr>
              <a:t> </a:t>
            </a:r>
            <a:r>
              <a:rPr lang="en-US" b="1" dirty="0" err="1" smtClean="0">
                <a:latin typeface="Power Geez Unicode1" panose="00000400000000000000" pitchFamily="2" charset="0"/>
              </a:rPr>
              <a:t>ተጠልለው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ኖረዋል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በድንቅና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በተአምራት</a:t>
            </a:r>
            <a:r>
              <a:rPr lang="en-US" b="1" dirty="0" smtClean="0">
                <a:latin typeface="Power Geez Unicode1" panose="00000400000000000000" pitchFamily="2" charset="0"/>
              </a:rPr>
              <a:t> </a:t>
            </a:r>
            <a:r>
              <a:rPr lang="en-US" b="1" dirty="0" err="1" smtClean="0">
                <a:latin typeface="Power Geez Unicode1" panose="00000400000000000000" pitchFamily="2" charset="0"/>
              </a:rPr>
              <a:t>ተገልጠዋል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ሁለቱም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አርባ</a:t>
            </a:r>
            <a:r>
              <a:rPr lang="en-US" b="1" dirty="0" smtClean="0">
                <a:latin typeface="Power Geez Unicode1" panose="00000400000000000000" pitchFamily="2" charset="0"/>
              </a:rPr>
              <a:t> </a:t>
            </a:r>
            <a:r>
              <a:rPr lang="en-US" b="1" dirty="0" err="1" smtClean="0">
                <a:latin typeface="Power Geez Unicode1" panose="00000400000000000000" pitchFamily="2" charset="0"/>
              </a:rPr>
              <a:t>ቀንና</a:t>
            </a:r>
            <a:r>
              <a:rPr lang="en-US" b="1" dirty="0" smtClean="0">
                <a:latin typeface="Power Geez Unicode1" panose="00000400000000000000" pitchFamily="2" charset="0"/>
              </a:rPr>
              <a:t> </a:t>
            </a:r>
            <a:r>
              <a:rPr lang="en-US" b="1" dirty="0" err="1" smtClean="0">
                <a:latin typeface="Power Geez Unicode1" panose="00000400000000000000" pitchFamily="2" charset="0"/>
              </a:rPr>
              <a:t>ሌሊት</a:t>
            </a:r>
            <a:r>
              <a:rPr lang="en-US" b="1" dirty="0" smtClean="0">
                <a:latin typeface="Power Geez Unicode1" panose="00000400000000000000" pitchFamily="2" charset="0"/>
              </a:rPr>
              <a:t> </a:t>
            </a:r>
            <a:r>
              <a:rPr lang="en-US" b="1" dirty="0" err="1" smtClean="0">
                <a:latin typeface="Power Geez Unicode1" panose="00000400000000000000" pitchFamily="2" charset="0"/>
              </a:rPr>
              <a:t>ጾመዋል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a:latin typeface="Power Geez Unicode1" panose="00000400000000000000" pitchFamily="2" charset="0"/>
              </a:rPr>
              <a:t>ሁ</a:t>
            </a:r>
            <a:r>
              <a:rPr lang="en-US" b="1" dirty="0" err="1" smtClean="0">
                <a:latin typeface="Power Geez Unicode1" panose="00000400000000000000" pitchFamily="2" charset="0"/>
              </a:rPr>
              <a:t>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ውኃ</a:t>
            </a:r>
            <a:r>
              <a:rPr lang="en-US" b="1" dirty="0" smtClean="0">
                <a:latin typeface="Power Geez Unicode1" panose="00000400000000000000" pitchFamily="2" charset="0"/>
              </a:rPr>
              <a:t> </a:t>
            </a:r>
            <a:r>
              <a:rPr lang="en-US" b="1" dirty="0" err="1" smtClean="0">
                <a:latin typeface="Power Geez Unicode1" panose="00000400000000000000" pitchFamily="2" charset="0"/>
              </a:rPr>
              <a:t>ታዘውላቸዋል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ሙሴ</a:t>
            </a:r>
            <a:r>
              <a:rPr lang="en-US" b="1" dirty="0" smtClean="0">
                <a:latin typeface="Power Geez Unicode1" panose="00000400000000000000" pitchFamily="2" charset="0"/>
              </a:rPr>
              <a:t> </a:t>
            </a:r>
            <a:r>
              <a:rPr lang="en-US" b="1" dirty="0" err="1" smtClean="0">
                <a:latin typeface="Power Geez Unicode1" panose="00000400000000000000" pitchFamily="2" charset="0"/>
              </a:rPr>
              <a:t>የብሉይ</a:t>
            </a:r>
            <a:r>
              <a:rPr lang="en-US" b="1" dirty="0" smtClean="0">
                <a:latin typeface="Power Geez Unicode1" panose="00000400000000000000" pitchFamily="2" charset="0"/>
              </a:rPr>
              <a:t> </a:t>
            </a:r>
            <a:r>
              <a:rPr lang="en-US" b="1" dirty="0" err="1" smtClean="0">
                <a:latin typeface="Power Geez Unicode1" panose="00000400000000000000" pitchFamily="2" charset="0"/>
              </a:rPr>
              <a:t>ኪዳን</a:t>
            </a:r>
            <a:r>
              <a:rPr lang="en-US" b="1" dirty="0" smtClean="0">
                <a:latin typeface="Power Geez Unicode1" panose="00000400000000000000" pitchFamily="2" charset="0"/>
              </a:rPr>
              <a:t> </a:t>
            </a:r>
            <a:r>
              <a:rPr lang="en-US" b="1" dirty="0" err="1" smtClean="0">
                <a:latin typeface="Power Geez Unicode1" panose="00000400000000000000" pitchFamily="2" charset="0"/>
              </a:rPr>
              <a:t>መካከለኛ</a:t>
            </a:r>
            <a:r>
              <a:rPr lang="en-US" b="1" dirty="0" smtClean="0">
                <a:latin typeface="Power Geez Unicode1" panose="00000400000000000000" pitchFamily="2" charset="0"/>
              </a:rPr>
              <a:t> </a:t>
            </a:r>
            <a:r>
              <a:rPr lang="en-US" b="1" dirty="0" err="1" smtClean="0">
                <a:latin typeface="Power Geez Unicode1" panose="00000400000000000000" pitchFamily="2" charset="0"/>
              </a:rPr>
              <a:t>ሲሆን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የአዲስ</a:t>
            </a:r>
            <a:r>
              <a:rPr lang="en-US" b="1" dirty="0" smtClean="0">
                <a:latin typeface="Power Geez Unicode1" panose="00000400000000000000" pitchFamily="2" charset="0"/>
              </a:rPr>
              <a:t> </a:t>
            </a:r>
            <a:r>
              <a:rPr lang="en-US" b="1" dirty="0" err="1" smtClean="0">
                <a:latin typeface="Power Geez Unicode1" panose="00000400000000000000" pitchFamily="2" charset="0"/>
              </a:rPr>
              <a:t>ኪዳን</a:t>
            </a:r>
            <a:r>
              <a:rPr lang="en-US" b="1" dirty="0" smtClean="0">
                <a:latin typeface="Power Geez Unicode1" panose="00000400000000000000" pitchFamily="2" charset="0"/>
              </a:rPr>
              <a:t> </a:t>
            </a:r>
            <a:r>
              <a:rPr lang="en-US" b="1" dirty="0" err="1" smtClean="0">
                <a:latin typeface="Power Geez Unicode1" panose="00000400000000000000" pitchFamily="2" charset="0"/>
              </a:rPr>
              <a:t>መካከለኛ</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ሙሴ</a:t>
            </a:r>
            <a:r>
              <a:rPr lang="en-US" b="1" dirty="0" smtClean="0">
                <a:latin typeface="Power Geez Unicode1" panose="00000400000000000000" pitchFamily="2" charset="0"/>
              </a:rPr>
              <a:t> </a:t>
            </a:r>
            <a:r>
              <a:rPr lang="en-US" b="1" dirty="0" err="1" smtClean="0">
                <a:latin typeface="Power Geez Unicode1" panose="00000400000000000000" pitchFamily="2" charset="0"/>
              </a:rPr>
              <a:t>እስራኤላውያንን</a:t>
            </a:r>
            <a:r>
              <a:rPr lang="en-US" b="1" dirty="0" smtClean="0">
                <a:latin typeface="Power Geez Unicode1" panose="00000400000000000000" pitchFamily="2" charset="0"/>
              </a:rPr>
              <a:t> </a:t>
            </a:r>
            <a:r>
              <a:rPr lang="en-US" b="1" dirty="0" err="1" smtClean="0">
                <a:latin typeface="Power Geez Unicode1" panose="00000400000000000000" pitchFamily="2" charset="0"/>
              </a:rPr>
              <a:t>ከግብጽ</a:t>
            </a:r>
            <a:r>
              <a:rPr lang="en-US" b="1" dirty="0" smtClean="0">
                <a:latin typeface="Power Geez Unicode1" panose="00000400000000000000" pitchFamily="2" charset="0"/>
              </a:rPr>
              <a:t> </a:t>
            </a:r>
            <a:r>
              <a:rPr lang="en-US" b="1" dirty="0" err="1" smtClean="0">
                <a:latin typeface="Power Geez Unicode1" panose="00000400000000000000" pitchFamily="2" charset="0"/>
              </a:rPr>
              <a:t>ባርነት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ነጻ</a:t>
            </a:r>
            <a:r>
              <a:rPr lang="en-US" b="1" dirty="0" smtClean="0">
                <a:latin typeface="Power Geez Unicode1" panose="00000400000000000000" pitchFamily="2" charset="0"/>
              </a:rPr>
              <a:t> </a:t>
            </a:r>
            <a:r>
              <a:rPr lang="en-US" b="1" dirty="0" err="1" smtClean="0">
                <a:latin typeface="Power Geez Unicode1" panose="00000400000000000000" pitchFamily="2" charset="0"/>
              </a:rPr>
              <a:t>አወጣ</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ሰዎችን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ሁሉ</a:t>
            </a:r>
            <a:r>
              <a:rPr lang="en-US" b="1" dirty="0" smtClean="0">
                <a:latin typeface="Power Geez Unicode1" panose="00000400000000000000" pitchFamily="2" charset="0"/>
              </a:rPr>
              <a:t> </a:t>
            </a:r>
            <a:r>
              <a:rPr lang="en-US" b="1" dirty="0" err="1" smtClean="0">
                <a:latin typeface="Power Geez Unicode1" panose="00000400000000000000" pitchFamily="2" charset="0"/>
              </a:rPr>
              <a:t>ከሐጢአት</a:t>
            </a:r>
            <a:r>
              <a:rPr lang="en-US" b="1" dirty="0" smtClean="0">
                <a:latin typeface="Power Geez Unicode1" panose="00000400000000000000" pitchFamily="2" charset="0"/>
              </a:rPr>
              <a:t> </a:t>
            </a:r>
            <a:r>
              <a:rPr lang="en-US" b="1" dirty="0" err="1" smtClean="0">
                <a:latin typeface="Power Geez Unicode1" panose="00000400000000000000" pitchFamily="2" charset="0"/>
              </a:rPr>
              <a:t>ባርነት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ነጻ</a:t>
            </a:r>
            <a:r>
              <a:rPr lang="en-US" b="1" dirty="0" smtClean="0">
                <a:latin typeface="Power Geez Unicode1" panose="00000400000000000000" pitchFamily="2" charset="0"/>
              </a:rPr>
              <a:t> </a:t>
            </a:r>
            <a:r>
              <a:rPr lang="en-US" b="1" dirty="0" err="1" smtClean="0">
                <a:latin typeface="Power Geez Unicode1" panose="00000400000000000000" pitchFamily="2" charset="0"/>
              </a:rPr>
              <a:t>አወጣ</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ሁለቱም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ከእግዚአብሄር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በቀጥታ</a:t>
            </a:r>
            <a:r>
              <a:rPr lang="en-US" b="1" dirty="0" smtClean="0">
                <a:latin typeface="Power Geez Unicode1" panose="00000400000000000000" pitchFamily="2" charset="0"/>
              </a:rPr>
              <a:t> </a:t>
            </a:r>
            <a:r>
              <a:rPr lang="en-US" b="1" dirty="0" err="1" smtClean="0">
                <a:latin typeface="Power Geez Unicode1" panose="00000400000000000000" pitchFamily="2" charset="0"/>
              </a:rPr>
              <a:t>ተነጋግረዋል</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ሁለቱም</a:t>
            </a:r>
            <a:r>
              <a:rPr lang="en-US" b="1" dirty="0" smtClean="0">
                <a:latin typeface="Power Geez Unicode1" panose="00000400000000000000" pitchFamily="2" charset="0"/>
              </a:rPr>
              <a:t> </a:t>
            </a:r>
            <a:r>
              <a:rPr lang="en-US" b="1" dirty="0" err="1" smtClean="0">
                <a:latin typeface="Power Geez Unicode1" panose="00000400000000000000" pitchFamily="2" charset="0"/>
              </a:rPr>
              <a:t>ተከታይ</a:t>
            </a:r>
            <a:r>
              <a:rPr lang="en-US" b="1" dirty="0" smtClean="0">
                <a:latin typeface="Power Geez Unicode1" panose="00000400000000000000" pitchFamily="2" charset="0"/>
              </a:rPr>
              <a:t> </a:t>
            </a:r>
            <a:r>
              <a:rPr lang="en-US" b="1" dirty="0" err="1" smtClean="0">
                <a:latin typeface="Power Geez Unicode1" panose="00000400000000000000" pitchFamily="2" charset="0"/>
              </a:rPr>
              <a:t>ለማፍራት</a:t>
            </a:r>
            <a:r>
              <a:rPr lang="en-US" b="1" dirty="0" smtClean="0">
                <a:latin typeface="Power Geez Unicode1" panose="00000400000000000000" pitchFamily="2" charset="0"/>
              </a:rPr>
              <a:t> </a:t>
            </a:r>
            <a:r>
              <a:rPr lang="en-US" b="1" dirty="0" err="1" smtClean="0">
                <a:latin typeface="Power Geez Unicode1" panose="00000400000000000000" pitchFamily="2" charset="0"/>
              </a:rPr>
              <a:t>ሰይፍ</a:t>
            </a:r>
            <a:r>
              <a:rPr lang="en-US" b="1" dirty="0" smtClean="0">
                <a:latin typeface="Power Geez Unicode1" panose="00000400000000000000" pitchFamily="2" charset="0"/>
              </a:rPr>
              <a:t> </a:t>
            </a:r>
            <a:r>
              <a:rPr lang="en-US" b="1" dirty="0" err="1" smtClean="0">
                <a:latin typeface="Power Geez Unicode1" panose="00000400000000000000" pitchFamily="2" charset="0"/>
              </a:rPr>
              <a:t>አላነሱም</a:t>
            </a:r>
            <a:endParaRPr lang="en-US" b="1" dirty="0">
              <a:latin typeface="Power Geez Unicode1" panose="00000400000000000000" pitchFamily="2" charset="0"/>
            </a:endParaRPr>
          </a:p>
        </p:txBody>
      </p:sp>
    </p:spTree>
    <p:extLst>
      <p:ext uri="{BB962C8B-B14F-4D97-AF65-F5344CB8AC3E}">
        <p14:creationId xmlns:p14="http://schemas.microsoft.com/office/powerpoint/2010/main" val="68085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91600" cy="6477000"/>
          </a:xfrm>
        </p:spPr>
        <p:txBody>
          <a:bodyPr>
            <a:normAutofit fontScale="55000" lnSpcReduction="20000"/>
          </a:bodyPr>
          <a:lstStyle/>
          <a:p>
            <a:pPr algn="just">
              <a:lnSpc>
                <a:spcPct val="170000"/>
              </a:lnSpc>
              <a:buFont typeface="Wingdings" panose="05000000000000000000" pitchFamily="2" charset="2"/>
              <a:buChar char="§"/>
            </a:pPr>
            <a:r>
              <a:rPr lang="am-ET" sz="5100" b="1" dirty="0" smtClean="0">
                <a:solidFill>
                  <a:srgbClr val="7030A0"/>
                </a:solidFill>
              </a:rPr>
              <a:t>ዮሐንስ</a:t>
            </a:r>
            <a:r>
              <a:rPr lang="en-US" sz="5100" b="1" dirty="0">
                <a:solidFill>
                  <a:srgbClr val="7030A0"/>
                </a:solidFill>
                <a:latin typeface="Power Geez Unicode1" panose="00000400000000000000" pitchFamily="2" charset="0"/>
              </a:rPr>
              <a:t> </a:t>
            </a:r>
            <a:r>
              <a:rPr lang="am-ET" sz="5100" b="1" dirty="0" smtClean="0">
                <a:solidFill>
                  <a:srgbClr val="7030A0"/>
                </a:solidFill>
              </a:rPr>
              <a:t>14፡16</a:t>
            </a:r>
            <a:r>
              <a:rPr lang="am-ET" sz="5100" b="1" dirty="0">
                <a:solidFill>
                  <a:srgbClr val="7030A0"/>
                </a:solidFill>
              </a:rPr>
              <a:t> </a:t>
            </a:r>
            <a:r>
              <a:rPr lang="en-US" sz="5100" b="1" dirty="0" err="1" smtClean="0">
                <a:solidFill>
                  <a:srgbClr val="7030A0"/>
                </a:solidFill>
                <a:latin typeface="Power Geez Unicode1" panose="00000400000000000000" pitchFamily="2" charset="0"/>
              </a:rPr>
              <a:t>እንዲህ</a:t>
            </a:r>
            <a:r>
              <a:rPr lang="en-US" sz="5100" b="1" dirty="0" smtClean="0">
                <a:solidFill>
                  <a:srgbClr val="7030A0"/>
                </a:solidFill>
                <a:latin typeface="Power Geez Unicode1" panose="00000400000000000000" pitchFamily="2" charset="0"/>
              </a:rPr>
              <a:t> </a:t>
            </a:r>
            <a:r>
              <a:rPr lang="en-US" sz="5100" b="1" dirty="0" err="1" smtClean="0">
                <a:solidFill>
                  <a:srgbClr val="7030A0"/>
                </a:solidFill>
                <a:latin typeface="Power Geez Unicode1" panose="00000400000000000000" pitchFamily="2" charset="0"/>
              </a:rPr>
              <a:t>ይላል</a:t>
            </a:r>
            <a:r>
              <a:rPr lang="en-US" sz="5100" b="1" dirty="0" smtClean="0">
                <a:solidFill>
                  <a:srgbClr val="7030A0"/>
                </a:solidFill>
                <a:latin typeface="Power Geez Unicode1" panose="00000400000000000000" pitchFamily="2" charset="0"/>
              </a:rPr>
              <a:t>፡   </a:t>
            </a:r>
            <a:r>
              <a:rPr lang="am-ET" b="1" i="1" dirty="0" smtClean="0"/>
              <a:t>“</a:t>
            </a:r>
            <a:r>
              <a:rPr lang="am-ET" b="1" i="1" dirty="0"/>
              <a:t>እኔም</a:t>
            </a:r>
            <a:r>
              <a:rPr lang="am-ET" b="1" dirty="0"/>
              <a:t> </a:t>
            </a:r>
            <a:r>
              <a:rPr lang="am-ET" b="1" i="1" dirty="0"/>
              <a:t>አብን</a:t>
            </a:r>
            <a:r>
              <a:rPr lang="am-ET" b="1" dirty="0"/>
              <a:t> </a:t>
            </a:r>
            <a:r>
              <a:rPr lang="am-ET" b="1" i="1" dirty="0"/>
              <a:t>እለምናለሁ</a:t>
            </a:r>
            <a:r>
              <a:rPr lang="am-ET" b="1" dirty="0"/>
              <a:t> </a:t>
            </a:r>
            <a:r>
              <a:rPr lang="am-ET" b="1" i="1" dirty="0"/>
              <a:t>ለዘላለምም</a:t>
            </a:r>
            <a:r>
              <a:rPr lang="am-ET" b="1" dirty="0"/>
              <a:t> </a:t>
            </a:r>
            <a:r>
              <a:rPr lang="am-ET" b="1" i="1" dirty="0"/>
              <a:t>ከእናንተ</a:t>
            </a:r>
            <a:r>
              <a:rPr lang="am-ET" b="1" dirty="0"/>
              <a:t> </a:t>
            </a:r>
            <a:r>
              <a:rPr lang="am-ET" b="1" i="1" dirty="0"/>
              <a:t>ጋር</a:t>
            </a:r>
            <a:r>
              <a:rPr lang="am-ET" b="1" dirty="0"/>
              <a:t> </a:t>
            </a:r>
            <a:r>
              <a:rPr lang="am-ET" b="1" i="1" dirty="0"/>
              <a:t>እን</a:t>
            </a:r>
            <a:r>
              <a:rPr lang="am-ET" b="1" dirty="0"/>
              <a:t> </a:t>
            </a:r>
            <a:r>
              <a:rPr lang="am-ET" b="1" i="1" dirty="0"/>
              <a:t>ዲኖር</a:t>
            </a:r>
            <a:r>
              <a:rPr lang="am-ET" b="1" dirty="0"/>
              <a:t> </a:t>
            </a:r>
            <a:r>
              <a:rPr lang="am-ET" b="1" i="1" dirty="0"/>
              <a:t>ሌላ</a:t>
            </a:r>
            <a:r>
              <a:rPr lang="am-ET" b="1" dirty="0"/>
              <a:t> </a:t>
            </a:r>
            <a:r>
              <a:rPr lang="am-ET" b="1" i="1" dirty="0" smtClean="0">
                <a:solidFill>
                  <a:srgbClr val="0070C0"/>
                </a:solidFill>
              </a:rPr>
              <a:t>አፅናኝ</a:t>
            </a:r>
            <a:r>
              <a:rPr lang="en-US" b="1" i="1" dirty="0" smtClean="0">
                <a:solidFill>
                  <a:srgbClr val="0070C0"/>
                </a:solidFill>
              </a:rPr>
              <a:t> </a:t>
            </a:r>
            <a:r>
              <a:rPr lang="am-ET" b="1" i="1" dirty="0" smtClean="0"/>
              <a:t>ይሰጣችኋል”</a:t>
            </a:r>
            <a:endParaRPr lang="en-US" b="1" i="1" dirty="0" smtClean="0">
              <a:latin typeface="Power Geez Unicode1" panose="00000400000000000000" pitchFamily="2" charset="0"/>
            </a:endParaRPr>
          </a:p>
          <a:p>
            <a:pPr algn="just">
              <a:lnSpc>
                <a:spcPct val="170000"/>
              </a:lnSpc>
              <a:buFont typeface="Wingdings" panose="05000000000000000000" pitchFamily="2" charset="2"/>
              <a:buChar char="§"/>
            </a:pPr>
            <a:r>
              <a:rPr lang="en-US" b="1" i="1" dirty="0">
                <a:latin typeface="Power Geez Unicode1" panose="00000400000000000000" pitchFamily="2" charset="0"/>
              </a:rPr>
              <a:t> </a:t>
            </a:r>
            <a:r>
              <a:rPr lang="am-ET" b="1" dirty="0" smtClean="0"/>
              <a:t>ሙስሊ</a:t>
            </a:r>
            <a:r>
              <a:rPr lang="en-US" b="1" dirty="0" err="1" smtClean="0">
                <a:latin typeface="Power Geez Unicode1" panose="00000400000000000000" pitchFamily="2" charset="0"/>
              </a:rPr>
              <a:t>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በአማርኛ</a:t>
            </a:r>
            <a:r>
              <a:rPr lang="en-US" b="1" dirty="0" smtClean="0">
                <a:latin typeface="Power Geez Unicode1" panose="00000400000000000000" pitchFamily="2" charset="0"/>
              </a:rPr>
              <a:t> </a:t>
            </a:r>
            <a:r>
              <a:rPr lang="en-US" b="1" dirty="0" err="1" smtClean="0">
                <a:latin typeface="Power Geez Unicode1" panose="00000400000000000000" pitchFamily="2" charset="0"/>
              </a:rPr>
              <a:t>አጽናኝ</a:t>
            </a:r>
            <a:r>
              <a:rPr lang="en-US" b="1" dirty="0" smtClean="0">
                <a:latin typeface="Power Geez Unicode1" panose="00000400000000000000" pitchFamily="2" charset="0"/>
              </a:rPr>
              <a:t> </a:t>
            </a:r>
            <a:r>
              <a:rPr lang="en-US" b="1" dirty="0" err="1" smtClean="0">
                <a:latin typeface="Power Geez Unicode1" panose="00000400000000000000" pitchFamily="2" charset="0"/>
              </a:rPr>
              <a:t>ተብሎ</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የተተረጎመው</a:t>
            </a:r>
            <a:r>
              <a:rPr lang="en-US" b="1" dirty="0" smtClean="0">
                <a:latin typeface="Power Geez Unicode1" panose="00000400000000000000" pitchFamily="2" charset="0"/>
              </a:rPr>
              <a:t> “</a:t>
            </a:r>
            <a:r>
              <a:rPr lang="am-ET" b="1" dirty="0" smtClean="0"/>
              <a:t>ቃል </a:t>
            </a:r>
            <a:r>
              <a:rPr lang="am-ET" b="1" dirty="0"/>
              <a:t>በግሪክ ቋንቋ “ፔሪክሉቶስ” (በአማርኛ አነባበብ ጴሪቅሉጦስ) እንደሆነና ክርስቲያኖች “ፐራክሊቶስ” (በአማርኛ አነባበብ ጰራቅሊጦስ) ወደሚለው እንደቀየሩት ይናገራሉ፡፡ “ፐራክሊቶስ” በግሪክ ቋንቋ አፅናኝ ማለት ሲሆን ወደ “ፔሪክሉቶስ” ሲቀየር “የተመሰገነ” (በአረብኛ አሕመድ) የሚል ትርጓሜን ይሰጣል፡፡ ነገር ግን ሙሐመድ ከመወለዱ በፊት ብዙ ዘመናትን ካስቆጠሩ በሺዎች ከሚቆጠሩ የአዲስ ኪዳን መዛግብት መካከል አንዱም እንኳ “ፔሪክሉቶስ” የሚለውን ቃል ይዞ አይገኝም፡፡ ነገር ግን ሁሉም ላይ ተፅፎ የሚገኘው “ፐራክሊቶስ” የሚለውና አፅናኝ የሚል ትርጉም ያለው ቃል ነው፡፡ በመሆኑም ይህ የሙስሊም ሰባኪያን ክስ መሠረተ ቢስ አሉባልታ ብቻ መሆኑ መታወቅ አለበት</a:t>
            </a:r>
            <a:r>
              <a:rPr lang="am-ET" b="1" dirty="0" smtClean="0"/>
              <a:t>፡፡</a:t>
            </a:r>
            <a:r>
              <a:rPr lang="en-US" b="1" dirty="0" smtClean="0">
                <a:latin typeface="Power Geez Unicode1" panose="00000400000000000000" pitchFamily="2" charset="0"/>
              </a:rPr>
              <a:t>”</a:t>
            </a:r>
          </a:p>
          <a:p>
            <a:pPr algn="just">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ዮሐ</a:t>
            </a:r>
            <a:r>
              <a:rPr lang="en-US" b="1" dirty="0" smtClean="0">
                <a:latin typeface="Power Geez Unicode1" panose="00000400000000000000" pitchFamily="2" charset="0"/>
              </a:rPr>
              <a:t> 14፡26፣16፡8-16 </a:t>
            </a:r>
            <a:r>
              <a:rPr lang="en-US" b="1" dirty="0" err="1" smtClean="0">
                <a:latin typeface="Power Geez Unicode1" panose="00000400000000000000" pitchFamily="2" charset="0"/>
              </a:rPr>
              <a:t>ባለው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አጽናኝ</a:t>
            </a:r>
            <a:r>
              <a:rPr lang="en-US" b="1" dirty="0" smtClean="0">
                <a:latin typeface="Power Geez Unicode1" panose="00000400000000000000" pitchFamily="2" charset="0"/>
              </a:rPr>
              <a:t> </a:t>
            </a:r>
            <a:r>
              <a:rPr lang="en-US" b="1" dirty="0" err="1" smtClean="0">
                <a:latin typeface="Power Geez Unicode1" panose="00000400000000000000" pitchFamily="2" charset="0"/>
              </a:rPr>
              <a:t>መንፈስ</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እንደሚልከው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በሐዋሪያት</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እንደሚኖር</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እንዲሁም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በእነርሱ</a:t>
            </a:r>
            <a:r>
              <a:rPr lang="en-US" b="1" dirty="0" smtClean="0">
                <a:latin typeface="Power Geez Unicode1" panose="00000400000000000000" pitchFamily="2" charset="0"/>
              </a:rPr>
              <a:t> </a:t>
            </a:r>
            <a:r>
              <a:rPr lang="en-US" b="1" dirty="0" err="1" smtClean="0">
                <a:latin typeface="Power Geez Unicode1" panose="00000400000000000000" pitchFamily="2" charset="0"/>
              </a:rPr>
              <a:t>ዘመን</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እንደሚመጣ</a:t>
            </a:r>
            <a:r>
              <a:rPr lang="en-US" b="1" dirty="0" smtClean="0">
                <a:latin typeface="Power Geez Unicode1" panose="00000400000000000000" pitchFamily="2" charset="0"/>
              </a:rPr>
              <a:t> </a:t>
            </a:r>
            <a:r>
              <a:rPr lang="en-US" b="1" dirty="0" err="1" smtClean="0">
                <a:latin typeface="Power Geez Unicode1" panose="00000400000000000000" pitchFamily="2" charset="0"/>
              </a:rPr>
              <a:t>ይገልጻል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በምንም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መልኩ</a:t>
            </a:r>
            <a:r>
              <a:rPr lang="en-US" b="1" dirty="0" smtClean="0">
                <a:latin typeface="Power Geez Unicode1" panose="00000400000000000000" pitchFamily="2" charset="0"/>
              </a:rPr>
              <a:t> </a:t>
            </a:r>
            <a:r>
              <a:rPr lang="en-US" b="1" dirty="0" err="1" smtClean="0">
                <a:latin typeface="Power Geez Unicode1" panose="00000400000000000000" pitchFamily="2" charset="0"/>
              </a:rPr>
              <a:t>ሊሆን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አይችልም</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317130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00800"/>
          </a:xfrm>
        </p:spPr>
        <p:txBody>
          <a:bodyPr>
            <a:normAutofit fontScale="62500" lnSpcReduction="20000"/>
          </a:bodyPr>
          <a:lstStyle/>
          <a:p>
            <a:pPr algn="just">
              <a:lnSpc>
                <a:spcPct val="17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ኢሳ</a:t>
            </a:r>
            <a:r>
              <a:rPr lang="en-US" b="1" dirty="0" smtClean="0">
                <a:solidFill>
                  <a:srgbClr val="00B050"/>
                </a:solidFill>
                <a:latin typeface="Power Geez Unicode1" panose="00000400000000000000" pitchFamily="2" charset="0"/>
              </a:rPr>
              <a:t> 29፡12 </a:t>
            </a:r>
            <a:r>
              <a:rPr lang="en-US" b="1" dirty="0" err="1" smtClean="0">
                <a:solidFill>
                  <a:srgbClr val="00B050"/>
                </a:solidFill>
                <a:latin typeface="Power Geez Unicode1" panose="00000400000000000000" pitchFamily="2" charset="0"/>
              </a:rPr>
              <a:t>እንዲህ</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ይላል</a:t>
            </a:r>
            <a:r>
              <a:rPr lang="en-US" b="1" dirty="0" smtClean="0">
                <a:solidFill>
                  <a:srgbClr val="00B050"/>
                </a:solidFill>
                <a:latin typeface="Power Geez Unicode1" panose="00000400000000000000" pitchFamily="2" charset="0"/>
              </a:rPr>
              <a:t>፡- </a:t>
            </a:r>
            <a:r>
              <a:rPr lang="am-ET" b="1" dirty="0"/>
              <a:t>“ደግሞም መጽሐፉን ማንበብ ለማያውቅ ፡- ይህን አንብብ ብለው በሰጡት ጊዜ እርሱ፡- ማንበብ አላውቅም ይላቸዋል</a:t>
            </a:r>
            <a:r>
              <a:rPr lang="am-ET" b="1" dirty="0" smtClean="0"/>
              <a:t>፡፡”</a:t>
            </a:r>
            <a:endParaRPr lang="en-US" b="1" dirty="0">
              <a:latin typeface="Power Geez Unicode1" panose="00000400000000000000" pitchFamily="2" charset="0"/>
            </a:endParaRPr>
          </a:p>
          <a:p>
            <a:pPr algn="just">
              <a:lnSpc>
                <a:spcPct val="170000"/>
              </a:lnSpc>
              <a:buFont typeface="Wingdings" panose="05000000000000000000" pitchFamily="2" charset="2"/>
              <a:buChar char="§"/>
            </a:pPr>
            <a:r>
              <a:rPr lang="en-US" b="1" dirty="0" err="1" smtClean="0">
                <a:solidFill>
                  <a:srgbClr val="00B050"/>
                </a:solidFill>
                <a:latin typeface="Power Geez Unicode1" panose="00000400000000000000" pitchFamily="2" charset="0"/>
              </a:rPr>
              <a:t>የሙስሊም</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ክርክር</a:t>
            </a:r>
            <a:r>
              <a:rPr lang="en-US" b="1" dirty="0" smtClean="0">
                <a:solidFill>
                  <a:srgbClr val="00B050"/>
                </a:solidFill>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ምምጣት</a:t>
            </a:r>
            <a:r>
              <a:rPr lang="en-US" b="1" dirty="0" smtClean="0">
                <a:latin typeface="Power Geez Unicode1" panose="00000400000000000000" pitchFamily="2" charset="0"/>
              </a:rPr>
              <a:t> </a:t>
            </a:r>
            <a:r>
              <a:rPr lang="en-US" b="1" dirty="0" err="1" smtClean="0">
                <a:latin typeface="Power Geez Unicode1" panose="00000400000000000000" pitchFamily="2" charset="0"/>
              </a:rPr>
              <a:t>ትንቢት</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endParaRPr lang="en-US" b="1" dirty="0" smtClean="0">
              <a:latin typeface="Power Geez Unicode1" panose="00000400000000000000" pitchFamily="2" charset="0"/>
            </a:endParaRPr>
          </a:p>
          <a:p>
            <a:pPr algn="just">
              <a:lnSpc>
                <a:spcPct val="170000"/>
              </a:lnSpc>
              <a:buFont typeface="Wingdings" panose="05000000000000000000" pitchFamily="2" charset="2"/>
              <a:buChar char="§"/>
            </a:pPr>
            <a:r>
              <a:rPr lang="am-ET" b="1" dirty="0"/>
              <a:t>9 “ተደነቁ ደንግጡም፤ ተጨፈኑም ዕውሮችም ሆኑ፤ በወይን ጠጅ አይሁን እንጂ ሰከሩ፤ በሚያሰክር መጠጥ አይሁን እንጂ ተንገዳገዱ፡፡ 10 እግዚአብሔር የእንቅልፍ መንፈስ አፍስሶባችኋል ዓይኖቻችሁን ነቢያትንም ጨፍኖባችኋል ራሶቻችሁን ባለ ራዕዮችን ሸፍኖባችኋል፡፡ 11 ራዕዩም ሁሉ እንደ ታተመ መጽሐፍ ቃል ሆኖባችኋል፤ ማንበብንም ለሚያውቅ፡- ይህን አንብብ ብለው በሰጡት  ጊዜ እርሱ፡- ታትሞአል አልችልም ይላቸዋል፤ 12 ደግሞ መጽሐፉን </a:t>
            </a:r>
            <a:r>
              <a:rPr lang="en-US" b="1" dirty="0"/>
              <a:t>ማ</a:t>
            </a:r>
            <a:r>
              <a:rPr lang="am-ET" b="1" dirty="0" smtClean="0"/>
              <a:t>ንበብ </a:t>
            </a:r>
            <a:r>
              <a:rPr lang="am-ET" b="1" dirty="0"/>
              <a:t>ለማያውቅ፡- ይህን አንብብ ብለው በሰጡት ጊዜ እርሱ ፡- ማንበብ አላውቅም ይላቸዋል</a:t>
            </a:r>
            <a:r>
              <a:rPr lang="am-ET" b="1" dirty="0" smtClean="0"/>
              <a:t>፡፡”</a:t>
            </a:r>
            <a:endParaRPr lang="en-US" b="1" dirty="0" smtClean="0"/>
          </a:p>
          <a:p>
            <a:pPr algn="just">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እስራኤል</a:t>
            </a:r>
            <a:r>
              <a:rPr lang="en-US" b="1" dirty="0" smtClean="0">
                <a:latin typeface="Power Geez Unicode1" panose="00000400000000000000" pitchFamily="2" charset="0"/>
              </a:rPr>
              <a:t> </a:t>
            </a:r>
            <a:r>
              <a:rPr lang="en-US" b="1" dirty="0" err="1" smtClean="0">
                <a:latin typeface="Power Geez Unicode1" panose="00000400000000000000" pitchFamily="2" charset="0"/>
              </a:rPr>
              <a:t>ህዝብ</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 </a:t>
            </a:r>
            <a:endParaRPr lang="en-US" b="1" dirty="0">
              <a:latin typeface="Power Geez Unicode1" panose="00000400000000000000" pitchFamily="2" charset="0"/>
            </a:endParaRPr>
          </a:p>
        </p:txBody>
      </p:sp>
    </p:spTree>
    <p:extLst>
      <p:ext uri="{BB962C8B-B14F-4D97-AF65-F5344CB8AC3E}">
        <p14:creationId xmlns:p14="http://schemas.microsoft.com/office/powerpoint/2010/main" val="104373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3" name="Content Placeholder 2"/>
          <p:cNvSpPr>
            <a:spLocks noGrp="1"/>
          </p:cNvSpPr>
          <p:nvPr>
            <p:ph idx="1"/>
          </p:nvPr>
        </p:nvSpPr>
        <p:spPr>
          <a:xfrm>
            <a:off x="76200" y="304800"/>
            <a:ext cx="8915400" cy="6477000"/>
          </a:xfrm>
        </p:spPr>
        <p:txBody>
          <a:bodyPr>
            <a:normAutofit fontScale="85000" lnSpcReduction="10000"/>
          </a:bodyPr>
          <a:lstStyle/>
          <a:p>
            <a:pPr algn="just">
              <a:lnSpc>
                <a:spcPct val="150000"/>
              </a:lnSpc>
              <a:buFont typeface="Wingdings" panose="05000000000000000000" pitchFamily="2" charset="2"/>
              <a:buChar char="§"/>
            </a:pP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ዘዳ</a:t>
            </a:r>
            <a:r>
              <a:rPr lang="en-US" b="1" dirty="0" smtClean="0">
                <a:solidFill>
                  <a:srgbClr val="7030A0"/>
                </a:solidFill>
                <a:latin typeface="Power Geez Unicode1" panose="00000400000000000000" pitchFamily="2" charset="0"/>
              </a:rPr>
              <a:t> 33፡2-3 </a:t>
            </a:r>
          </a:p>
          <a:p>
            <a:pPr algn="just">
              <a:lnSpc>
                <a:spcPct val="150000"/>
              </a:lnSpc>
              <a:buFont typeface="Wingdings" panose="05000000000000000000" pitchFamily="2" charset="2"/>
              <a:buChar char="Ø"/>
            </a:pPr>
            <a:r>
              <a:rPr lang="en-US" b="1" dirty="0">
                <a:latin typeface="Power Geez Unicode1" panose="00000400000000000000" pitchFamily="2" charset="0"/>
              </a:rPr>
              <a:t> </a:t>
            </a:r>
            <a:r>
              <a:rPr lang="en-US" b="1" dirty="0" err="1" smtClean="0">
                <a:latin typeface="Power Geez Unicode1" panose="00000400000000000000" pitchFamily="2" charset="0"/>
              </a:rPr>
              <a:t>ሙስሊሞች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በሲና</a:t>
            </a:r>
            <a:r>
              <a:rPr lang="en-US" b="1" dirty="0" smtClean="0">
                <a:latin typeface="Power Geez Unicode1" panose="00000400000000000000" pitchFamily="2" charset="0"/>
              </a:rPr>
              <a:t> </a:t>
            </a:r>
            <a:r>
              <a:rPr lang="en-US" b="1" dirty="0" err="1" smtClean="0">
                <a:latin typeface="Power Geez Unicode1" panose="00000400000000000000" pitchFamily="2" charset="0"/>
              </a:rPr>
              <a:t>ሲመጣ</a:t>
            </a:r>
            <a:r>
              <a:rPr lang="en-US" b="1" dirty="0" smtClean="0">
                <a:latin typeface="Power Geez Unicode1" panose="00000400000000000000" pitchFamily="2" charset="0"/>
              </a:rPr>
              <a:t> </a:t>
            </a:r>
            <a:r>
              <a:rPr lang="en-US" b="1" dirty="0" err="1" smtClean="0">
                <a:latin typeface="Power Geez Unicode1" panose="00000400000000000000" pitchFamily="2" charset="0"/>
              </a:rPr>
              <a:t>በሙሴ</a:t>
            </a:r>
            <a:r>
              <a:rPr lang="en-US" b="1" dirty="0" smtClean="0">
                <a:latin typeface="Power Geez Unicode1" panose="00000400000000000000" pitchFamily="2" charset="0"/>
              </a:rPr>
              <a:t> </a:t>
            </a:r>
            <a:r>
              <a:rPr lang="en-US" b="1" dirty="0" err="1" smtClean="0">
                <a:latin typeface="Power Geez Unicode1" panose="00000400000000000000" pitchFamily="2" charset="0"/>
              </a:rPr>
              <a:t>በኩል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በሴይር</a:t>
            </a:r>
            <a:r>
              <a:rPr lang="en-US" b="1" dirty="0" smtClean="0">
                <a:latin typeface="Power Geez Unicode1" panose="00000400000000000000" pitchFamily="2" charset="0"/>
              </a:rPr>
              <a:t> </a:t>
            </a:r>
            <a:r>
              <a:rPr lang="en-US" b="1" dirty="0" err="1" smtClean="0">
                <a:latin typeface="Power Geez Unicode1" panose="00000400000000000000" pitchFamily="2" charset="0"/>
              </a:rPr>
              <a:t>ሲገለጥ</a:t>
            </a:r>
            <a:r>
              <a:rPr lang="en-US" b="1" dirty="0" smtClean="0">
                <a:latin typeface="Power Geez Unicode1" panose="00000400000000000000" pitchFamily="2" charset="0"/>
              </a:rPr>
              <a:t> </a:t>
            </a:r>
            <a:r>
              <a:rPr lang="en-US" b="1" dirty="0" err="1" smtClean="0">
                <a:latin typeface="Power Geez Unicode1" panose="00000400000000000000" pitchFamily="2" charset="0"/>
              </a:rPr>
              <a:t>በኢየሱስ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በኩል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በፋራን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ተራራ</a:t>
            </a:r>
            <a:r>
              <a:rPr lang="en-US" b="1" dirty="0" smtClean="0">
                <a:latin typeface="Power Geez Unicode1" panose="00000400000000000000" pitchFamily="2" charset="0"/>
              </a:rPr>
              <a:t> </a:t>
            </a:r>
            <a:r>
              <a:rPr lang="en-US" b="1" dirty="0" err="1" smtClean="0">
                <a:latin typeface="Power Geez Unicode1" panose="00000400000000000000" pitchFamily="2" charset="0"/>
              </a:rPr>
              <a:t>ሲያበራ</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በኩል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ብለው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a:t>
            </a:r>
          </a:p>
          <a:p>
            <a:pPr algn="just">
              <a:lnSpc>
                <a:spcPct val="150000"/>
              </a:lnSpc>
              <a:buFont typeface="Wingdings" panose="05000000000000000000" pitchFamily="2" charset="2"/>
              <a:buChar char="Ø"/>
            </a:pPr>
            <a:r>
              <a:rPr lang="en-US" b="1" dirty="0" err="1" smtClean="0">
                <a:latin typeface="Power Geez Unicode1" panose="00000400000000000000" pitchFamily="2" charset="0"/>
              </a:rPr>
              <a:t>መልስ</a:t>
            </a:r>
            <a:r>
              <a:rPr lang="en-US" b="1" dirty="0" smtClean="0">
                <a:latin typeface="Power Geez Unicode1" panose="00000400000000000000" pitchFamily="2" charset="0"/>
              </a:rPr>
              <a:t>፡- </a:t>
            </a:r>
            <a:r>
              <a:rPr lang="en-US" b="1" dirty="0" err="1" smtClean="0">
                <a:latin typeface="Power Geez Unicode1" panose="00000400000000000000" pitchFamily="2" charset="0"/>
              </a:rPr>
              <a:t>የፋራን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ተራራ</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የሚገኘው</a:t>
            </a:r>
            <a:r>
              <a:rPr lang="en-US" b="1" dirty="0" smtClean="0">
                <a:latin typeface="Power Geez Unicode1" panose="00000400000000000000" pitchFamily="2" charset="0"/>
              </a:rPr>
              <a:t> </a:t>
            </a:r>
            <a:r>
              <a:rPr lang="en-US" b="1" dirty="0" err="1" smtClean="0">
                <a:latin typeface="Power Geez Unicode1" panose="00000400000000000000" pitchFamily="2" charset="0"/>
              </a:rPr>
              <a:t>በሰሜን</a:t>
            </a:r>
            <a:r>
              <a:rPr lang="en-US" b="1" dirty="0" smtClean="0">
                <a:latin typeface="Power Geez Unicode1" panose="00000400000000000000" pitchFamily="2" charset="0"/>
              </a:rPr>
              <a:t> </a:t>
            </a:r>
            <a:r>
              <a:rPr lang="en-US" b="1" dirty="0" err="1" smtClean="0">
                <a:latin typeface="Power Geez Unicode1" panose="00000400000000000000" pitchFamily="2" charset="0"/>
              </a:rPr>
              <a:t>ምዕራብ</a:t>
            </a:r>
            <a:r>
              <a:rPr lang="en-US" b="1" dirty="0" smtClean="0">
                <a:latin typeface="Power Geez Unicode1" panose="00000400000000000000" pitchFamily="2" charset="0"/>
              </a:rPr>
              <a:t> </a:t>
            </a:r>
            <a:r>
              <a:rPr lang="en-US" b="1" dirty="0" err="1" smtClean="0">
                <a:latin typeface="Power Geez Unicode1" panose="00000400000000000000" pitchFamily="2" charset="0"/>
              </a:rPr>
              <a:t>ሲና</a:t>
            </a:r>
            <a:r>
              <a:rPr lang="en-US" b="1" dirty="0" smtClean="0">
                <a:latin typeface="Power Geez Unicode1" panose="00000400000000000000" pitchFamily="2" charset="0"/>
              </a:rPr>
              <a:t> </a:t>
            </a:r>
            <a:r>
              <a:rPr lang="en-US" b="1" dirty="0" err="1" smtClean="0">
                <a:latin typeface="Power Geez Unicode1" panose="00000400000000000000" pitchFamily="2" charset="0"/>
              </a:rPr>
              <a:t>ምድር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በፋራን</a:t>
            </a:r>
            <a:r>
              <a:rPr lang="en-US" b="1" dirty="0" smtClean="0">
                <a:latin typeface="Power Geez Unicode1" panose="00000400000000000000" pitchFamily="2" charset="0"/>
              </a:rPr>
              <a:t> </a:t>
            </a:r>
            <a:r>
              <a:rPr lang="en-US" b="1" dirty="0" err="1" smtClean="0">
                <a:latin typeface="Power Geez Unicode1" panose="00000400000000000000" pitchFamily="2" charset="0"/>
              </a:rPr>
              <a:t>ምድረበዳ</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ይህም</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ከመካ</a:t>
            </a:r>
            <a:r>
              <a:rPr lang="en-US" b="1" dirty="0" smtClean="0">
                <a:latin typeface="Power Geez Unicode1" panose="00000400000000000000" pitchFamily="2" charset="0"/>
              </a:rPr>
              <a:t> ከ1000 </a:t>
            </a:r>
            <a:r>
              <a:rPr lang="en-US" b="1" dirty="0" err="1" smtClean="0">
                <a:latin typeface="Power Geez Unicode1" panose="00000400000000000000" pitchFamily="2" charset="0"/>
              </a:rPr>
              <a:t>ኪ.ሜ</a:t>
            </a:r>
            <a:r>
              <a:rPr lang="en-US" b="1" dirty="0" smtClean="0">
                <a:latin typeface="Power Geez Unicode1" panose="00000400000000000000" pitchFamily="2" charset="0"/>
              </a:rPr>
              <a:t> </a:t>
            </a:r>
            <a:r>
              <a:rPr lang="en-US" b="1" dirty="0" err="1" smtClean="0">
                <a:latin typeface="Power Geez Unicode1" panose="00000400000000000000" pitchFamily="2" charset="0"/>
              </a:rPr>
              <a:t>በላይ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ይርቃል</a:t>
            </a:r>
            <a:r>
              <a:rPr lang="en-US" b="1" dirty="0" smtClean="0">
                <a:latin typeface="Power Geez Unicode1" panose="00000400000000000000" pitchFamily="2" charset="0"/>
              </a:rPr>
              <a:t>፡፡ </a:t>
            </a:r>
            <a:r>
              <a:rPr lang="en-US" b="1" dirty="0" err="1" smtClean="0">
                <a:latin typeface="Power Geez Unicode1" panose="00000400000000000000" pitchFamily="2" charset="0"/>
              </a:rPr>
              <a:t>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የመጣው</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ከመካ</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ከፋራን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 </a:t>
            </a:r>
            <a:r>
              <a:rPr lang="en-US" b="1" dirty="0" err="1" smtClean="0">
                <a:latin typeface="Power Geez Unicode1" panose="00000400000000000000" pitchFamily="2" charset="0"/>
              </a:rPr>
              <a:t>በሌላ</a:t>
            </a:r>
            <a:r>
              <a:rPr lang="en-US" b="1" dirty="0" smtClean="0">
                <a:latin typeface="Power Geez Unicode1" panose="00000400000000000000" pitchFamily="2" charset="0"/>
              </a:rPr>
              <a:t> </a:t>
            </a:r>
            <a:r>
              <a:rPr lang="en-US" b="1" dirty="0" err="1" smtClean="0">
                <a:latin typeface="Power Geez Unicode1" panose="00000400000000000000" pitchFamily="2" charset="0"/>
              </a:rPr>
              <a:t>በኩል</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እስራኤላውያን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በምድረበዳ</a:t>
            </a:r>
            <a:r>
              <a:rPr lang="en-US" b="1" dirty="0" smtClean="0">
                <a:latin typeface="Power Geez Unicode1" panose="00000400000000000000" pitchFamily="2" charset="0"/>
              </a:rPr>
              <a:t> ሲ</a:t>
            </a:r>
            <a:r>
              <a:rPr lang="am-ET" b="1" dirty="0" smtClean="0">
                <a:latin typeface="Power Geez Unicode1" panose="00000400000000000000" pitchFamily="2" charset="0"/>
              </a:rPr>
              <a:t>ጓ</a:t>
            </a:r>
            <a:r>
              <a:rPr lang="en-US" b="1" dirty="0" smtClean="0">
                <a:latin typeface="Power Geez Unicode1" panose="00000400000000000000" pitchFamily="2" charset="0"/>
              </a:rPr>
              <a:t>ዙ </a:t>
            </a:r>
            <a:r>
              <a:rPr lang="en-US" b="1" dirty="0" err="1" smtClean="0">
                <a:latin typeface="Power Geez Unicode1" panose="00000400000000000000" pitchFamily="2" charset="0"/>
              </a:rPr>
              <a:t>በፋራን</a:t>
            </a:r>
            <a:r>
              <a:rPr lang="en-US" b="1" dirty="0" smtClean="0">
                <a:latin typeface="Power Geez Unicode1" panose="00000400000000000000" pitchFamily="2" charset="0"/>
              </a:rPr>
              <a:t> </a:t>
            </a:r>
            <a:r>
              <a:rPr lang="en-US" b="1" dirty="0" err="1" smtClean="0">
                <a:latin typeface="Power Geez Unicode1" panose="00000400000000000000" pitchFamily="2" charset="0"/>
              </a:rPr>
              <a:t>ምድረበዳ</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እንዳለፉ</a:t>
            </a:r>
            <a:r>
              <a:rPr lang="en-US" b="1" dirty="0" smtClean="0">
                <a:latin typeface="Power Geez Unicode1" panose="00000400000000000000" pitchFamily="2" charset="0"/>
              </a:rPr>
              <a:t> </a:t>
            </a:r>
            <a:r>
              <a:rPr lang="en-US" b="1" dirty="0" err="1" smtClean="0">
                <a:latin typeface="Power Geez Unicode1" panose="00000400000000000000" pitchFamily="2" charset="0"/>
              </a:rPr>
              <a:t>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ቅዱስ</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r>
              <a:rPr lang="en-US" b="1" dirty="0" smtClean="0">
                <a:latin typeface="Power Geez Unicode1" panose="00000400000000000000" pitchFamily="2" charset="0"/>
              </a:rPr>
              <a:t>፡፡ </a:t>
            </a:r>
            <a:r>
              <a:rPr lang="en-US" b="1" dirty="0" err="1" smtClean="0">
                <a:latin typeface="Power Geez Unicode1" panose="00000400000000000000" pitchFamily="2" charset="0"/>
              </a:rPr>
              <a:t>ዘኁ</a:t>
            </a:r>
            <a:r>
              <a:rPr lang="en-US" b="1" dirty="0" smtClean="0">
                <a:latin typeface="Power Geez Unicode1" panose="00000400000000000000" pitchFamily="2" charset="0"/>
              </a:rPr>
              <a:t> 10፡12፣ 12፡16፣ 13፡3፣ 13፡26</a:t>
            </a:r>
            <a:endParaRPr lang="en-US" b="1" dirty="0">
              <a:latin typeface="Power Geez Unicode1" panose="00000400000000000000" pitchFamily="2" charset="0"/>
            </a:endParaRPr>
          </a:p>
        </p:txBody>
      </p:sp>
    </p:spTree>
    <p:extLst>
      <p:ext uri="{BB962C8B-B14F-4D97-AF65-F5344CB8AC3E}">
        <p14:creationId xmlns:p14="http://schemas.microsoft.com/office/powerpoint/2010/main" val="119111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00800"/>
          </a:xfrm>
        </p:spPr>
        <p:txBody>
          <a:bodyPr/>
          <a:lstStyle/>
          <a:p>
            <a:pPr algn="just">
              <a:lnSpc>
                <a:spcPct val="150000"/>
              </a:lnSpc>
              <a:buFont typeface="Wingdings" panose="05000000000000000000" pitchFamily="2" charset="2"/>
              <a:buChar char="§"/>
            </a:pPr>
            <a:r>
              <a:rPr lang="en-US" b="1" dirty="0" smtClean="0">
                <a:solidFill>
                  <a:srgbClr val="7030A0"/>
                </a:solidFill>
                <a:latin typeface="Power Geez Unicode1" panose="00000400000000000000" pitchFamily="2" charset="0"/>
              </a:rPr>
              <a:t> </a:t>
            </a:r>
            <a:r>
              <a:rPr lang="en-US" b="1" dirty="0" err="1" smtClean="0">
                <a:solidFill>
                  <a:srgbClr val="7030A0"/>
                </a:solidFill>
                <a:latin typeface="Power Geez Unicode1" panose="00000400000000000000" pitchFamily="2" charset="0"/>
              </a:rPr>
              <a:t>ራዕ</a:t>
            </a:r>
            <a:r>
              <a:rPr lang="en-US" b="1" dirty="0" smtClean="0">
                <a:solidFill>
                  <a:srgbClr val="7030A0"/>
                </a:solidFill>
                <a:latin typeface="Power Geez Unicode1" panose="00000400000000000000" pitchFamily="2" charset="0"/>
              </a:rPr>
              <a:t> 19፡11፡- </a:t>
            </a:r>
            <a:r>
              <a:rPr lang="en-US" b="1" dirty="0" err="1" smtClean="0">
                <a:latin typeface="Power Geez Unicode1" panose="00000400000000000000" pitchFamily="2" charset="0"/>
              </a:rPr>
              <a:t>ሙስሊሞች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ትንቢት</a:t>
            </a:r>
            <a:r>
              <a:rPr lang="en-US" b="1" dirty="0" smtClean="0">
                <a:latin typeface="Power Geez Unicode1" panose="00000400000000000000" pitchFamily="2" charset="0"/>
              </a:rPr>
              <a:t> </a:t>
            </a:r>
            <a:r>
              <a:rPr lang="en-US" b="1" dirty="0" err="1" smtClean="0">
                <a:latin typeface="Power Geez Unicode1" panose="00000400000000000000" pitchFamily="2" charset="0"/>
              </a:rPr>
              <a:t>ይናገራል</a:t>
            </a:r>
            <a:r>
              <a:rPr lang="en-US" b="1" dirty="0" smtClean="0">
                <a:latin typeface="Power Geez Unicode1" panose="00000400000000000000" pitchFamily="2" charset="0"/>
              </a:rPr>
              <a:t> </a:t>
            </a:r>
            <a:r>
              <a:rPr lang="en-US" b="1" dirty="0" err="1" smtClean="0">
                <a:latin typeface="Power Geez Unicode1" panose="00000400000000000000" pitchFamily="2" charset="0"/>
              </a:rPr>
              <a:t>ብለው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a:t>
            </a:r>
          </a:p>
          <a:p>
            <a:pPr algn="just">
              <a:lnSpc>
                <a:spcPct val="150000"/>
              </a:lnSpc>
              <a:buFont typeface="Wingdings" panose="05000000000000000000" pitchFamily="2" charset="2"/>
              <a:buChar char="§"/>
            </a:pPr>
            <a:r>
              <a:rPr lang="en-US" b="1" dirty="0" err="1" smtClean="0">
                <a:solidFill>
                  <a:srgbClr val="7030A0"/>
                </a:solidFill>
                <a:latin typeface="Power Geez Unicode1" panose="00000400000000000000" pitchFamily="2" charset="0"/>
              </a:rPr>
              <a:t>መልስ</a:t>
            </a:r>
            <a:r>
              <a:rPr lang="en-US" b="1" dirty="0" smtClean="0">
                <a:solidFill>
                  <a:srgbClr val="7030A0"/>
                </a:solidFill>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እንጂ</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እንዳልሆነ</a:t>
            </a:r>
            <a:r>
              <a:rPr lang="en-US" b="1" dirty="0" smtClean="0">
                <a:latin typeface="Power Geez Unicode1" panose="00000400000000000000" pitchFamily="2" charset="0"/>
              </a:rPr>
              <a:t> </a:t>
            </a:r>
            <a:r>
              <a:rPr lang="en-US" b="1" dirty="0" err="1" smtClean="0">
                <a:latin typeface="Power Geez Unicode1" panose="00000400000000000000" pitchFamily="2" charset="0"/>
              </a:rPr>
              <a:t>ቀጥሎ</a:t>
            </a:r>
            <a:r>
              <a:rPr lang="en-US" b="1" dirty="0" smtClean="0">
                <a:latin typeface="Power Geez Unicode1" panose="00000400000000000000" pitchFamily="2" charset="0"/>
              </a:rPr>
              <a:t> </a:t>
            </a:r>
            <a:r>
              <a:rPr lang="en-US" b="1" dirty="0" err="1" smtClean="0">
                <a:latin typeface="Power Geez Unicode1" panose="00000400000000000000" pitchFamily="2" charset="0"/>
              </a:rPr>
              <a:t>ባለው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በግልጽ</a:t>
            </a:r>
            <a:r>
              <a:rPr lang="en-US" b="1" dirty="0" smtClean="0">
                <a:latin typeface="Power Geez Unicode1" panose="00000400000000000000" pitchFamily="2" charset="0"/>
              </a:rPr>
              <a:t> </a:t>
            </a:r>
            <a:r>
              <a:rPr lang="en-US" b="1" dirty="0" err="1" smtClean="0">
                <a:latin typeface="Power Geez Unicode1" panose="00000400000000000000" pitchFamily="2" charset="0"/>
              </a:rPr>
              <a:t>ተጽፎ㙀ል</a:t>
            </a:r>
            <a:r>
              <a:rPr lang="en-US" b="1" dirty="0" smtClean="0">
                <a:latin typeface="Power Geez Unicode1" panose="00000400000000000000" pitchFamily="2" charset="0"/>
              </a:rPr>
              <a:t>፡፡ </a:t>
            </a:r>
            <a:r>
              <a:rPr lang="en-US" b="1" dirty="0" err="1" smtClean="0">
                <a:latin typeface="Power Geez Unicode1" panose="00000400000000000000" pitchFamily="2" charset="0"/>
              </a:rPr>
              <a:t>ራዕ</a:t>
            </a:r>
            <a:r>
              <a:rPr lang="en-US" b="1" dirty="0" smtClean="0">
                <a:latin typeface="Power Geez Unicode1" panose="00000400000000000000" pitchFamily="2" charset="0"/>
              </a:rPr>
              <a:t> 19፡12-16 </a:t>
            </a:r>
            <a:r>
              <a:rPr lang="en-US" b="1" dirty="0" err="1" smtClean="0">
                <a:latin typeface="Power Geez Unicode1" panose="00000400000000000000" pitchFamily="2" charset="0"/>
              </a:rPr>
              <a:t>ያንብቡ</a:t>
            </a:r>
            <a:r>
              <a:rPr lang="en-US" b="1" dirty="0" smtClean="0">
                <a:latin typeface="Power Geez Unicode1" panose="00000400000000000000" pitchFamily="2" charset="0"/>
              </a:rPr>
              <a:t>፤ </a:t>
            </a:r>
            <a:r>
              <a:rPr lang="en-US" b="1" dirty="0" err="1" smtClean="0">
                <a:latin typeface="Power Geez Unicode1" panose="00000400000000000000" pitchFamily="2" charset="0"/>
              </a:rPr>
              <a:t>መልሱ</a:t>
            </a:r>
            <a:r>
              <a:rPr lang="en-US" b="1" dirty="0" smtClean="0">
                <a:latin typeface="Power Geez Unicode1" panose="00000400000000000000" pitchFamily="2" charset="0"/>
              </a:rPr>
              <a:t> </a:t>
            </a:r>
            <a:r>
              <a:rPr lang="en-US" b="1" dirty="0" err="1" smtClean="0">
                <a:latin typeface="Power Geez Unicode1" panose="00000400000000000000" pitchFamily="2" charset="0"/>
              </a:rPr>
              <a:t>በዚህ</a:t>
            </a:r>
            <a:r>
              <a:rPr lang="en-US" b="1" dirty="0" smtClean="0">
                <a:latin typeface="Power Geez Unicode1" panose="00000400000000000000" pitchFamily="2" charset="0"/>
              </a:rPr>
              <a:t> </a:t>
            </a:r>
            <a:r>
              <a:rPr lang="en-US" b="1" dirty="0" err="1" smtClean="0">
                <a:latin typeface="Power Geez Unicode1" panose="00000400000000000000" pitchFamily="2" charset="0"/>
              </a:rPr>
              <a:t>ውስጥ</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a:t>
            </a:r>
            <a:r>
              <a:rPr lang="en-US" b="1" dirty="0" smtClean="0">
                <a:latin typeface="Power Geez Unicode1" panose="00000400000000000000" pitchFamily="2" charset="0"/>
              </a:rPr>
              <a:t>፡፡ </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171760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81000"/>
            <a:ext cx="8991600" cy="6400800"/>
          </a:xfrm>
        </p:spPr>
        <p:txBody>
          <a:bodyPr/>
          <a:lstStyle/>
          <a:p>
            <a:pPr algn="just">
              <a:lnSpc>
                <a:spcPct val="150000"/>
              </a:lnSpc>
              <a:buFont typeface="Wingdings" panose="05000000000000000000" pitchFamily="2" charset="2"/>
              <a:buChar char="§"/>
            </a:pPr>
            <a:r>
              <a:rPr lang="en-US" dirty="0" err="1" smtClean="0">
                <a:solidFill>
                  <a:srgbClr val="7030A0"/>
                </a:solidFill>
                <a:latin typeface="Power Geez Unicode1" panose="00000400000000000000" pitchFamily="2" charset="0"/>
              </a:rPr>
              <a:t>ዕንባቆም</a:t>
            </a:r>
            <a:r>
              <a:rPr lang="en-US" dirty="0" smtClean="0">
                <a:solidFill>
                  <a:srgbClr val="7030A0"/>
                </a:solidFill>
                <a:latin typeface="Power Geez Unicode1" panose="00000400000000000000" pitchFamily="2" charset="0"/>
              </a:rPr>
              <a:t> 3፡3፡- </a:t>
            </a:r>
            <a:r>
              <a:rPr lang="en-US" dirty="0" err="1" smtClean="0">
                <a:latin typeface="Power Geez Unicode1" panose="00000400000000000000" pitchFamily="2" charset="0"/>
              </a:rPr>
              <a:t>በዚህ</a:t>
            </a:r>
            <a:r>
              <a:rPr lang="en-US" dirty="0" smtClean="0">
                <a:latin typeface="Power Geez Unicode1" panose="00000400000000000000" pitchFamily="2" charset="0"/>
              </a:rPr>
              <a:t> </a:t>
            </a:r>
            <a:r>
              <a:rPr lang="en-US" dirty="0" err="1" smtClean="0">
                <a:latin typeface="Power Geez Unicode1" panose="00000400000000000000" pitchFamily="2" charset="0"/>
              </a:rPr>
              <a:t>ክፍል</a:t>
            </a:r>
            <a:r>
              <a:rPr lang="en-US" dirty="0" smtClean="0">
                <a:latin typeface="Power Geez Unicode1" panose="00000400000000000000" pitchFamily="2" charset="0"/>
              </a:rPr>
              <a:t> </a:t>
            </a:r>
            <a:r>
              <a:rPr lang="en-US" dirty="0" err="1" smtClean="0">
                <a:latin typeface="Power Geez Unicode1" panose="00000400000000000000" pitchFamily="2" charset="0"/>
              </a:rPr>
              <a:t>የተጠቀሰው</a:t>
            </a:r>
            <a:r>
              <a:rPr lang="en-US" dirty="0" smtClean="0">
                <a:latin typeface="Power Geez Unicode1" panose="00000400000000000000" pitchFamily="2" charset="0"/>
              </a:rPr>
              <a:t> </a:t>
            </a:r>
            <a:r>
              <a:rPr lang="en-US" dirty="0" err="1" smtClean="0">
                <a:latin typeface="Power Geez Unicode1" panose="00000400000000000000" pitchFamily="2" charset="0"/>
              </a:rPr>
              <a:t>ቴማን</a:t>
            </a:r>
            <a:r>
              <a:rPr lang="en-US" dirty="0" smtClean="0">
                <a:latin typeface="Power Geez Unicode1" panose="00000400000000000000" pitchFamily="2" charset="0"/>
              </a:rPr>
              <a:t> </a:t>
            </a:r>
            <a:r>
              <a:rPr lang="en-US" dirty="0" err="1" smtClean="0">
                <a:latin typeface="Power Geez Unicode1" panose="00000400000000000000" pitchFamily="2" charset="0"/>
              </a:rPr>
              <a:t>የሚለው</a:t>
            </a:r>
            <a:r>
              <a:rPr lang="en-US" dirty="0" smtClean="0">
                <a:latin typeface="Power Geez Unicode1" panose="00000400000000000000" pitchFamily="2" charset="0"/>
              </a:rPr>
              <a:t> </a:t>
            </a:r>
            <a:r>
              <a:rPr lang="en-US" dirty="0" err="1" smtClean="0">
                <a:latin typeface="Power Geez Unicode1" panose="00000400000000000000" pitchFamily="2" charset="0"/>
              </a:rPr>
              <a:t>ቃል</a:t>
            </a:r>
            <a:r>
              <a:rPr lang="en-US" dirty="0" smtClean="0">
                <a:latin typeface="Power Geez Unicode1" panose="00000400000000000000" pitchFamily="2" charset="0"/>
              </a:rPr>
              <a:t> </a:t>
            </a:r>
            <a:r>
              <a:rPr lang="en-US" dirty="0" err="1" smtClean="0">
                <a:latin typeface="Power Geez Unicode1" panose="00000400000000000000" pitchFamily="2" charset="0"/>
              </a:rPr>
              <a:t>መዲና</a:t>
            </a:r>
            <a:r>
              <a:rPr lang="en-US" dirty="0" smtClean="0">
                <a:latin typeface="Power Geez Unicode1" panose="00000400000000000000" pitchFamily="2" charset="0"/>
              </a:rPr>
              <a:t> </a:t>
            </a:r>
            <a:r>
              <a:rPr lang="en-US" dirty="0" err="1" smtClean="0">
                <a:latin typeface="Power Geez Unicode1" panose="00000400000000000000" pitchFamily="2" charset="0"/>
              </a:rPr>
              <a:t>እንዲሁም</a:t>
            </a:r>
            <a:r>
              <a:rPr lang="en-US" dirty="0" smtClean="0">
                <a:latin typeface="Power Geez Unicode1" panose="00000400000000000000" pitchFamily="2" charset="0"/>
              </a:rPr>
              <a:t> </a:t>
            </a:r>
            <a:r>
              <a:rPr lang="en-US" dirty="0" err="1" smtClean="0">
                <a:latin typeface="Power Geez Unicode1" panose="00000400000000000000" pitchFamily="2" charset="0"/>
              </a:rPr>
              <a:t>ፋራን</a:t>
            </a:r>
            <a:r>
              <a:rPr lang="en-US" dirty="0" smtClean="0">
                <a:latin typeface="Power Geez Unicode1" panose="00000400000000000000" pitchFamily="2" charset="0"/>
              </a:rPr>
              <a:t> </a:t>
            </a:r>
            <a:r>
              <a:rPr lang="en-US" dirty="0" err="1" smtClean="0">
                <a:latin typeface="Power Geez Unicode1" panose="00000400000000000000" pitchFamily="2" charset="0"/>
              </a:rPr>
              <a:t>የሚለው</a:t>
            </a:r>
            <a:r>
              <a:rPr lang="en-US" dirty="0" smtClean="0">
                <a:latin typeface="Power Geez Unicode1" panose="00000400000000000000" pitchFamily="2" charset="0"/>
              </a:rPr>
              <a:t> </a:t>
            </a:r>
            <a:r>
              <a:rPr lang="en-US" dirty="0" err="1" smtClean="0">
                <a:latin typeface="Power Geez Unicode1" panose="00000400000000000000" pitchFamily="2" charset="0"/>
              </a:rPr>
              <a:t>ቃል</a:t>
            </a:r>
            <a:r>
              <a:rPr lang="en-US" dirty="0" smtClean="0">
                <a:latin typeface="Power Geez Unicode1" panose="00000400000000000000" pitchFamily="2" charset="0"/>
              </a:rPr>
              <a:t> </a:t>
            </a:r>
            <a:r>
              <a:rPr lang="en-US" dirty="0" err="1" smtClean="0">
                <a:latin typeface="Power Geez Unicode1" panose="00000400000000000000" pitchFamily="2" charset="0"/>
              </a:rPr>
              <a:t>ደግሞ</a:t>
            </a:r>
            <a:r>
              <a:rPr lang="en-US" dirty="0" smtClean="0">
                <a:latin typeface="Power Geez Unicode1" panose="00000400000000000000" pitchFamily="2" charset="0"/>
              </a:rPr>
              <a:t> </a:t>
            </a:r>
            <a:r>
              <a:rPr lang="en-US" dirty="0" err="1" smtClean="0">
                <a:latin typeface="Power Geez Unicode1" panose="00000400000000000000" pitchFamily="2" charset="0"/>
              </a:rPr>
              <a:t>የመካ</a:t>
            </a:r>
            <a:r>
              <a:rPr lang="en-US" dirty="0" smtClean="0">
                <a:latin typeface="Power Geez Unicode1" panose="00000400000000000000" pitchFamily="2" charset="0"/>
              </a:rPr>
              <a:t> </a:t>
            </a:r>
            <a:r>
              <a:rPr lang="en-US" dirty="0" err="1" smtClean="0">
                <a:latin typeface="Power Geez Unicode1" panose="00000400000000000000" pitchFamily="2" charset="0"/>
              </a:rPr>
              <a:t>ሸለቆ</a:t>
            </a:r>
            <a:r>
              <a:rPr lang="en-US" dirty="0" smtClean="0">
                <a:latin typeface="Power Geez Unicode1" panose="00000400000000000000" pitchFamily="2" charset="0"/>
              </a:rPr>
              <a:t> </a:t>
            </a:r>
            <a:r>
              <a:rPr lang="en-US" dirty="0" err="1" smtClean="0">
                <a:latin typeface="Power Geez Unicode1" panose="00000400000000000000" pitchFamily="2" charset="0"/>
              </a:rPr>
              <a:t>ነው</a:t>
            </a:r>
            <a:r>
              <a:rPr lang="en-US" dirty="0" smtClean="0">
                <a:latin typeface="Power Geez Unicode1" panose="00000400000000000000" pitchFamily="2" charset="0"/>
              </a:rPr>
              <a:t> </a:t>
            </a:r>
            <a:r>
              <a:rPr lang="en-US" dirty="0" err="1" smtClean="0">
                <a:latin typeface="Power Geez Unicode1" panose="00000400000000000000" pitchFamily="2" charset="0"/>
              </a:rPr>
              <a:t>ብለው</a:t>
            </a:r>
            <a:r>
              <a:rPr lang="en-US" dirty="0" smtClean="0">
                <a:latin typeface="Power Geez Unicode1" panose="00000400000000000000" pitchFamily="2" charset="0"/>
              </a:rPr>
              <a:t> </a:t>
            </a:r>
            <a:r>
              <a:rPr lang="en-US" dirty="0" err="1" smtClean="0">
                <a:latin typeface="Power Geez Unicode1" panose="00000400000000000000" pitchFamily="2" charset="0"/>
              </a:rPr>
              <a:t>ያምናሉ</a:t>
            </a:r>
            <a:r>
              <a:rPr lang="en-US" dirty="0" smtClean="0">
                <a:latin typeface="Power Geez Unicode1" panose="00000400000000000000" pitchFamily="2" charset="0"/>
              </a:rPr>
              <a:t>፡፡</a:t>
            </a:r>
          </a:p>
          <a:p>
            <a:pPr algn="just">
              <a:lnSpc>
                <a:spcPct val="150000"/>
              </a:lnSpc>
              <a:buFont typeface="Wingdings" panose="05000000000000000000" pitchFamily="2" charset="2"/>
              <a:buChar char="§"/>
            </a:pPr>
            <a:r>
              <a:rPr lang="en-US" dirty="0">
                <a:solidFill>
                  <a:srgbClr val="7030A0"/>
                </a:solidFill>
                <a:latin typeface="Power Geez Unicode1" panose="00000400000000000000" pitchFamily="2" charset="0"/>
              </a:rPr>
              <a:t> </a:t>
            </a:r>
            <a:r>
              <a:rPr lang="en-US" dirty="0" err="1" smtClean="0">
                <a:solidFill>
                  <a:srgbClr val="7030A0"/>
                </a:solidFill>
                <a:latin typeface="Power Geez Unicode1" panose="00000400000000000000" pitchFamily="2" charset="0"/>
              </a:rPr>
              <a:t>መልስ</a:t>
            </a:r>
            <a:r>
              <a:rPr lang="en-US" dirty="0" smtClean="0">
                <a:solidFill>
                  <a:srgbClr val="7030A0"/>
                </a:solidFill>
                <a:latin typeface="Power Geez Unicode1" panose="00000400000000000000" pitchFamily="2" charset="0"/>
              </a:rPr>
              <a:t>፡- </a:t>
            </a:r>
            <a:r>
              <a:rPr lang="en-US" dirty="0" err="1" smtClean="0">
                <a:latin typeface="Power Geez Unicode1" panose="00000400000000000000" pitchFamily="2" charset="0"/>
              </a:rPr>
              <a:t>ቀደም</a:t>
            </a:r>
            <a:r>
              <a:rPr lang="en-US" dirty="0" smtClean="0">
                <a:latin typeface="Power Geez Unicode1" panose="00000400000000000000" pitchFamily="2" charset="0"/>
              </a:rPr>
              <a:t> </a:t>
            </a:r>
            <a:r>
              <a:rPr lang="en-US" dirty="0" err="1" smtClean="0">
                <a:latin typeface="Power Geez Unicode1" panose="00000400000000000000" pitchFamily="2" charset="0"/>
              </a:rPr>
              <a:t>ብለን</a:t>
            </a:r>
            <a:r>
              <a:rPr lang="en-US" dirty="0" smtClean="0">
                <a:latin typeface="Power Geez Unicode1" panose="00000400000000000000" pitchFamily="2" charset="0"/>
              </a:rPr>
              <a:t> </a:t>
            </a:r>
            <a:r>
              <a:rPr lang="en-US" dirty="0" err="1" smtClean="0">
                <a:latin typeface="Power Geez Unicode1" panose="00000400000000000000" pitchFamily="2" charset="0"/>
              </a:rPr>
              <a:t>እንዳየነው</a:t>
            </a:r>
            <a:r>
              <a:rPr lang="en-US" dirty="0" smtClean="0">
                <a:latin typeface="Power Geez Unicode1" panose="00000400000000000000" pitchFamily="2" charset="0"/>
              </a:rPr>
              <a:t> </a:t>
            </a:r>
            <a:r>
              <a:rPr lang="en-US" dirty="0" err="1" smtClean="0">
                <a:latin typeface="Power Geez Unicode1" panose="00000400000000000000" pitchFamily="2" charset="0"/>
              </a:rPr>
              <a:t>ፋራን</a:t>
            </a:r>
            <a:r>
              <a:rPr lang="en-US" dirty="0" smtClean="0">
                <a:latin typeface="Power Geez Unicode1" panose="00000400000000000000" pitchFamily="2" charset="0"/>
              </a:rPr>
              <a:t> </a:t>
            </a:r>
            <a:r>
              <a:rPr lang="en-US" dirty="0" err="1" smtClean="0">
                <a:latin typeface="Power Geez Unicode1" panose="00000400000000000000" pitchFamily="2" charset="0"/>
              </a:rPr>
              <a:t>የሚገኘው</a:t>
            </a:r>
            <a:r>
              <a:rPr lang="en-US" dirty="0" smtClean="0">
                <a:latin typeface="Power Geez Unicode1" panose="00000400000000000000" pitchFamily="2" charset="0"/>
              </a:rPr>
              <a:t> </a:t>
            </a:r>
            <a:r>
              <a:rPr lang="en-US" dirty="0" err="1" smtClean="0">
                <a:latin typeface="Power Geez Unicode1" panose="00000400000000000000" pitchFamily="2" charset="0"/>
              </a:rPr>
              <a:t>በሲና</a:t>
            </a:r>
            <a:r>
              <a:rPr lang="en-US" dirty="0" smtClean="0">
                <a:latin typeface="Power Geez Unicode1" panose="00000400000000000000" pitchFamily="2" charset="0"/>
              </a:rPr>
              <a:t> </a:t>
            </a:r>
            <a:r>
              <a:rPr lang="en-US" dirty="0" err="1" smtClean="0">
                <a:latin typeface="Power Geez Unicode1" panose="00000400000000000000" pitchFamily="2" charset="0"/>
              </a:rPr>
              <a:t>በረሃ</a:t>
            </a:r>
            <a:r>
              <a:rPr lang="en-US" dirty="0" smtClean="0">
                <a:latin typeface="Power Geez Unicode1" panose="00000400000000000000" pitchFamily="2" charset="0"/>
              </a:rPr>
              <a:t> </a:t>
            </a:r>
            <a:r>
              <a:rPr lang="en-US" dirty="0" err="1" smtClean="0">
                <a:latin typeface="Power Geez Unicode1" panose="00000400000000000000" pitchFamily="2" charset="0"/>
              </a:rPr>
              <a:t>ውስጥ</a:t>
            </a:r>
            <a:r>
              <a:rPr lang="en-US" dirty="0" smtClean="0">
                <a:latin typeface="Power Geez Unicode1" panose="00000400000000000000" pitchFamily="2" charset="0"/>
              </a:rPr>
              <a:t> </a:t>
            </a:r>
            <a:r>
              <a:rPr lang="en-US" dirty="0" err="1" smtClean="0">
                <a:latin typeface="Power Geez Unicode1" panose="00000400000000000000" pitchFamily="2" charset="0"/>
              </a:rPr>
              <a:t>ሲሆን</a:t>
            </a:r>
            <a:r>
              <a:rPr lang="en-US" dirty="0" smtClean="0">
                <a:latin typeface="Power Geez Unicode1" panose="00000400000000000000" pitchFamily="2" charset="0"/>
              </a:rPr>
              <a:t> </a:t>
            </a:r>
            <a:r>
              <a:rPr lang="en-US" dirty="0" err="1" smtClean="0">
                <a:latin typeface="Power Geez Unicode1" panose="00000400000000000000" pitchFamily="2" charset="0"/>
              </a:rPr>
              <a:t>ቴማን</a:t>
            </a:r>
            <a:r>
              <a:rPr lang="en-US" dirty="0" smtClean="0">
                <a:latin typeface="Power Geez Unicode1" panose="00000400000000000000" pitchFamily="2" charset="0"/>
              </a:rPr>
              <a:t> </a:t>
            </a:r>
            <a:r>
              <a:rPr lang="en-US" dirty="0" err="1" smtClean="0">
                <a:latin typeface="Power Geez Unicode1" panose="00000400000000000000" pitchFamily="2" charset="0"/>
              </a:rPr>
              <a:t>ደግሞ</a:t>
            </a:r>
            <a:r>
              <a:rPr lang="en-US" dirty="0" smtClean="0">
                <a:latin typeface="Power Geez Unicode1" panose="00000400000000000000" pitchFamily="2" charset="0"/>
              </a:rPr>
              <a:t> </a:t>
            </a:r>
            <a:r>
              <a:rPr lang="en-US" dirty="0" err="1" smtClean="0">
                <a:latin typeface="Power Geez Unicode1" panose="00000400000000000000" pitchFamily="2" charset="0"/>
              </a:rPr>
              <a:t>ከመካ</a:t>
            </a:r>
            <a:r>
              <a:rPr lang="en-US" dirty="0" smtClean="0">
                <a:latin typeface="Power Geez Unicode1" panose="00000400000000000000" pitchFamily="2" charset="0"/>
              </a:rPr>
              <a:t> 400 </a:t>
            </a:r>
            <a:r>
              <a:rPr lang="en-US" dirty="0" err="1" smtClean="0">
                <a:latin typeface="Power Geez Unicode1" panose="00000400000000000000" pitchFamily="2" charset="0"/>
              </a:rPr>
              <a:t>ኪ.ሜ</a:t>
            </a:r>
            <a:r>
              <a:rPr lang="en-US" dirty="0" smtClean="0">
                <a:latin typeface="Power Geez Unicode1" panose="00000400000000000000" pitchFamily="2" charset="0"/>
              </a:rPr>
              <a:t> </a:t>
            </a:r>
            <a:r>
              <a:rPr lang="en-US" dirty="0" err="1" smtClean="0">
                <a:latin typeface="Power Geez Unicode1" panose="00000400000000000000" pitchFamily="2" charset="0"/>
              </a:rPr>
              <a:t>በስተሰሜን</a:t>
            </a:r>
            <a:r>
              <a:rPr lang="en-US" dirty="0" smtClean="0">
                <a:latin typeface="Power Geez Unicode1" panose="00000400000000000000" pitchFamily="2" charset="0"/>
              </a:rPr>
              <a:t> </a:t>
            </a:r>
            <a:r>
              <a:rPr lang="en-US" dirty="0" err="1" smtClean="0">
                <a:latin typeface="Power Geez Unicode1" panose="00000400000000000000" pitchFamily="2" charset="0"/>
              </a:rPr>
              <a:t>ወደ</a:t>
            </a:r>
            <a:r>
              <a:rPr lang="en-US" dirty="0" smtClean="0">
                <a:latin typeface="Power Geez Unicode1" panose="00000400000000000000" pitchFamily="2" charset="0"/>
              </a:rPr>
              <a:t> </a:t>
            </a:r>
            <a:r>
              <a:rPr lang="en-US" dirty="0" err="1" smtClean="0">
                <a:latin typeface="Power Geez Unicode1" panose="00000400000000000000" pitchFamily="2" charset="0"/>
              </a:rPr>
              <a:t>ደማስቆ</a:t>
            </a:r>
            <a:r>
              <a:rPr lang="en-US" dirty="0" smtClean="0">
                <a:latin typeface="Power Geez Unicode1" panose="00000400000000000000" pitchFamily="2" charset="0"/>
              </a:rPr>
              <a:t> </a:t>
            </a:r>
            <a:r>
              <a:rPr lang="en-US" dirty="0" err="1" smtClean="0">
                <a:latin typeface="Power Geez Unicode1" panose="00000400000000000000" pitchFamily="2" charset="0"/>
              </a:rPr>
              <a:t>በሚወስደው</a:t>
            </a:r>
            <a:r>
              <a:rPr lang="en-US" dirty="0" smtClean="0">
                <a:latin typeface="Power Geez Unicode1" panose="00000400000000000000" pitchFamily="2" charset="0"/>
              </a:rPr>
              <a:t> </a:t>
            </a:r>
            <a:r>
              <a:rPr lang="en-US" dirty="0" err="1" smtClean="0">
                <a:latin typeface="Power Geez Unicode1" panose="00000400000000000000" pitchFamily="2" charset="0"/>
              </a:rPr>
              <a:t>መንገድ</a:t>
            </a:r>
            <a:r>
              <a:rPr lang="en-US" dirty="0" smtClean="0">
                <a:latin typeface="Power Geez Unicode1" panose="00000400000000000000" pitchFamily="2" charset="0"/>
              </a:rPr>
              <a:t> </a:t>
            </a:r>
            <a:r>
              <a:rPr lang="en-US" dirty="0" err="1" smtClean="0">
                <a:latin typeface="Power Geez Unicode1" panose="00000400000000000000" pitchFamily="2" charset="0"/>
              </a:rPr>
              <a:t>ላይ</a:t>
            </a:r>
            <a:r>
              <a:rPr lang="en-US" dirty="0" smtClean="0">
                <a:latin typeface="Power Geez Unicode1" panose="00000400000000000000" pitchFamily="2" charset="0"/>
              </a:rPr>
              <a:t> </a:t>
            </a:r>
            <a:r>
              <a:rPr lang="en-US" dirty="0" err="1" smtClean="0">
                <a:latin typeface="Power Geez Unicode1" panose="00000400000000000000" pitchFamily="2" charset="0"/>
              </a:rPr>
              <a:t>ነው</a:t>
            </a:r>
            <a:r>
              <a:rPr lang="en-US" dirty="0" smtClean="0">
                <a:latin typeface="Power Geez Unicode1" panose="00000400000000000000" pitchFamily="2" charset="0"/>
              </a:rPr>
              <a:t>፡፡ </a:t>
            </a:r>
            <a:r>
              <a:rPr lang="en-US" dirty="0" err="1" smtClean="0">
                <a:latin typeface="Power Geez Unicode1" panose="00000400000000000000" pitchFamily="2" charset="0"/>
              </a:rPr>
              <a:t>ዘመናዊ</a:t>
            </a:r>
            <a:r>
              <a:rPr lang="en-US" dirty="0" smtClean="0">
                <a:latin typeface="Power Geez Unicode1" panose="00000400000000000000" pitchFamily="2" charset="0"/>
              </a:rPr>
              <a:t> </a:t>
            </a:r>
            <a:r>
              <a:rPr lang="en-US" dirty="0" err="1" smtClean="0">
                <a:latin typeface="Power Geez Unicode1" panose="00000400000000000000" pitchFamily="2" charset="0"/>
              </a:rPr>
              <a:t>ስሙም</a:t>
            </a:r>
            <a:r>
              <a:rPr lang="en-US" dirty="0" smtClean="0">
                <a:latin typeface="Power Geez Unicode1" panose="00000400000000000000" pitchFamily="2" charset="0"/>
              </a:rPr>
              <a:t> </a:t>
            </a:r>
            <a:r>
              <a:rPr lang="en-US" dirty="0" err="1" smtClean="0">
                <a:latin typeface="Power Geez Unicode1" panose="00000400000000000000" pitchFamily="2" charset="0"/>
              </a:rPr>
              <a:t>ተይማ</a:t>
            </a:r>
            <a:r>
              <a:rPr lang="en-US" dirty="0" smtClean="0">
                <a:latin typeface="Power Geez Unicode1" panose="00000400000000000000" pitchFamily="2" charset="0"/>
              </a:rPr>
              <a:t> </a:t>
            </a:r>
            <a:r>
              <a:rPr lang="en-US" dirty="0" err="1" smtClean="0">
                <a:latin typeface="Power Geez Unicode1" panose="00000400000000000000" pitchFamily="2" charset="0"/>
              </a:rPr>
              <a:t>ይባላል</a:t>
            </a:r>
            <a:r>
              <a:rPr lang="en-US" dirty="0" smtClean="0">
                <a:latin typeface="Power Geez Unicode1" panose="00000400000000000000" pitchFamily="2" charset="0"/>
              </a:rPr>
              <a:t>፡፡</a:t>
            </a:r>
          </a:p>
          <a:p>
            <a:pPr marL="0" indent="0">
              <a:buNone/>
            </a:pPr>
            <a:endParaRPr lang="en-US" dirty="0"/>
          </a:p>
        </p:txBody>
      </p:sp>
    </p:spTree>
    <p:extLst>
      <p:ext uri="{BB962C8B-B14F-4D97-AF65-F5344CB8AC3E}">
        <p14:creationId xmlns:p14="http://schemas.microsoft.com/office/powerpoint/2010/main" val="256026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76200" y="304800"/>
            <a:ext cx="9067800" cy="6400800"/>
          </a:xfrm>
        </p:spPr>
        <p:txBody>
          <a:bodyPr/>
          <a:lstStyle/>
          <a:p>
            <a:pPr>
              <a:lnSpc>
                <a:spcPct val="150000"/>
              </a:lnSpc>
              <a:buFont typeface="Wingdings" panose="05000000000000000000" pitchFamily="2" charset="2"/>
              <a:buChar char="§"/>
            </a:pPr>
            <a:r>
              <a:rPr lang="en-US" b="1" dirty="0" smtClean="0">
                <a:latin typeface="Power Geez Unicode1" panose="00000400000000000000" pitchFamily="2" charset="0"/>
              </a:rPr>
              <a:t> </a:t>
            </a:r>
            <a:r>
              <a:rPr lang="en-US" b="1" dirty="0" err="1" smtClean="0">
                <a:solidFill>
                  <a:srgbClr val="7030A0"/>
                </a:solidFill>
                <a:latin typeface="Power Geez Unicode1" panose="00000400000000000000" pitchFamily="2" charset="0"/>
              </a:rPr>
              <a:t>ኢሳ</a:t>
            </a:r>
            <a:r>
              <a:rPr lang="en-US" b="1" dirty="0" smtClean="0">
                <a:solidFill>
                  <a:srgbClr val="7030A0"/>
                </a:solidFill>
                <a:latin typeface="Power Geez Unicode1" panose="00000400000000000000" pitchFamily="2" charset="0"/>
              </a:rPr>
              <a:t> 21፡7፡- </a:t>
            </a:r>
            <a:r>
              <a:rPr lang="en-US" b="1" dirty="0" err="1" smtClean="0">
                <a:latin typeface="Power Geez Unicode1" panose="00000400000000000000" pitchFamily="2" charset="0"/>
              </a:rPr>
              <a:t>ሙስሊሞች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ኢየሱስ</a:t>
            </a:r>
            <a:r>
              <a:rPr lang="en-US" b="1" dirty="0" smtClean="0">
                <a:latin typeface="Power Geez Unicode1" panose="00000400000000000000" pitchFamily="2" charset="0"/>
              </a:rPr>
              <a:t> </a:t>
            </a:r>
            <a:r>
              <a:rPr lang="en-US" b="1" dirty="0" err="1" smtClean="0">
                <a:latin typeface="Power Geez Unicode1" panose="00000400000000000000" pitchFamily="2" charset="0"/>
              </a:rPr>
              <a:t>በአህያ</a:t>
            </a:r>
            <a:r>
              <a:rPr lang="en-US" b="1" dirty="0" smtClean="0">
                <a:latin typeface="Power Geez Unicode1" panose="00000400000000000000" pitchFamily="2" charset="0"/>
              </a:rPr>
              <a:t> </a:t>
            </a:r>
            <a:r>
              <a:rPr lang="en-US" b="1" dirty="0" err="1" smtClean="0">
                <a:latin typeface="Power Geez Unicode1" panose="00000400000000000000" pitchFamily="2" charset="0"/>
              </a:rPr>
              <a:t>መሐመድ</a:t>
            </a:r>
            <a:r>
              <a:rPr lang="en-US" b="1" dirty="0" smtClean="0">
                <a:latin typeface="Power Geez Unicode1" panose="00000400000000000000" pitchFamily="2" charset="0"/>
              </a:rPr>
              <a:t> </a:t>
            </a:r>
            <a:r>
              <a:rPr lang="en-US" b="1" dirty="0" err="1" smtClean="0">
                <a:latin typeface="Power Geez Unicode1" panose="00000400000000000000" pitchFamily="2" charset="0"/>
              </a:rPr>
              <a:t>ደግሞ</a:t>
            </a:r>
            <a:r>
              <a:rPr lang="en-US" b="1" dirty="0" smtClean="0">
                <a:latin typeface="Power Geez Unicode1" panose="00000400000000000000" pitchFamily="2" charset="0"/>
              </a:rPr>
              <a:t> </a:t>
            </a:r>
            <a:r>
              <a:rPr lang="en-US" b="1" dirty="0" err="1" smtClean="0">
                <a:latin typeface="Power Geez Unicode1" panose="00000400000000000000" pitchFamily="2" charset="0"/>
              </a:rPr>
              <a:t>በግመል</a:t>
            </a:r>
            <a:r>
              <a:rPr lang="en-US" b="1" dirty="0" smtClean="0">
                <a:latin typeface="Power Geez Unicode1" panose="00000400000000000000" pitchFamily="2" charset="0"/>
              </a:rPr>
              <a:t> </a:t>
            </a:r>
            <a:r>
              <a:rPr lang="en-US" b="1" dirty="0" err="1" smtClean="0">
                <a:latin typeface="Power Geez Unicode1" panose="00000400000000000000" pitchFamily="2" charset="0"/>
              </a:rPr>
              <a:t>ተቀምጠው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እንደሚመጡ</a:t>
            </a:r>
            <a:r>
              <a:rPr lang="en-US" b="1" dirty="0" smtClean="0">
                <a:latin typeface="Power Geez Unicode1" panose="00000400000000000000" pitchFamily="2" charset="0"/>
              </a:rPr>
              <a:t> </a:t>
            </a:r>
            <a:r>
              <a:rPr lang="en-US" b="1" dirty="0" err="1" smtClean="0">
                <a:latin typeface="Power Geez Unicode1" panose="00000400000000000000" pitchFamily="2" charset="0"/>
              </a:rPr>
              <a:t>የተተነበየ</a:t>
            </a:r>
            <a:r>
              <a:rPr lang="en-US" b="1" dirty="0" smtClean="0">
                <a:latin typeface="Power Geez Unicode1" panose="00000400000000000000" pitchFamily="2" charset="0"/>
              </a:rPr>
              <a:t> </a:t>
            </a:r>
            <a:r>
              <a:rPr lang="en-US" b="1" dirty="0" err="1" smtClean="0">
                <a:latin typeface="Power Geez Unicode1" panose="00000400000000000000" pitchFamily="2" charset="0"/>
              </a:rPr>
              <a:t>ትንቢት</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ብለው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ያምናሉ</a:t>
            </a:r>
            <a:r>
              <a:rPr lang="en-US" b="1" dirty="0" smtClean="0">
                <a:latin typeface="Power Geez Unicode1" panose="00000400000000000000" pitchFamily="2" charset="0"/>
              </a:rPr>
              <a:t>፡፡</a:t>
            </a:r>
          </a:p>
          <a:p>
            <a:pPr>
              <a:lnSpc>
                <a:spcPct val="150000"/>
              </a:lnSpc>
              <a:buFont typeface="Wingdings" panose="05000000000000000000" pitchFamily="2" charset="2"/>
              <a:buChar char="§"/>
            </a:pPr>
            <a:r>
              <a:rPr lang="en-US" b="1" dirty="0" err="1" smtClean="0">
                <a:solidFill>
                  <a:srgbClr val="7030A0"/>
                </a:solidFill>
                <a:latin typeface="Power Geez Unicode1" panose="00000400000000000000" pitchFamily="2" charset="0"/>
              </a:rPr>
              <a:t>መልስ</a:t>
            </a:r>
            <a:r>
              <a:rPr lang="en-US" b="1" dirty="0" smtClean="0">
                <a:solidFill>
                  <a:srgbClr val="7030A0"/>
                </a:solidFill>
                <a:latin typeface="Power Geez Unicode1" panose="00000400000000000000" pitchFamily="2" charset="0"/>
              </a:rPr>
              <a:t>፡- </a:t>
            </a:r>
            <a:r>
              <a:rPr lang="en-US" b="1" dirty="0" err="1" smtClean="0">
                <a:latin typeface="Power Geez Unicode1" panose="00000400000000000000" pitchFamily="2" charset="0"/>
              </a:rPr>
              <a:t>ይህ</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የሚናገረው</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ስለመሐመድም</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ስለኢየሱስም</a:t>
            </a:r>
            <a:r>
              <a:rPr lang="en-US" b="1" dirty="0" smtClean="0">
                <a:latin typeface="Power Geez Unicode1" panose="00000400000000000000" pitchFamily="2" charset="0"/>
              </a:rPr>
              <a:t> </a:t>
            </a:r>
            <a:r>
              <a:rPr lang="en-US" b="1" dirty="0" err="1" smtClean="0">
                <a:latin typeface="Power Geez Unicode1" panose="00000400000000000000" pitchFamily="2" charset="0"/>
              </a:rPr>
              <a:t>አይደለም</a:t>
            </a:r>
            <a:r>
              <a:rPr lang="en-US" b="1" dirty="0" smtClean="0">
                <a:latin typeface="Power Geez Unicode1" panose="00000400000000000000" pitchFamily="2" charset="0"/>
              </a:rPr>
              <a:t>፡፡ </a:t>
            </a:r>
            <a:r>
              <a:rPr lang="en-US" b="1" dirty="0" err="1" smtClean="0">
                <a:latin typeface="Power Geez Unicode1" panose="00000400000000000000" pitchFamily="2" charset="0"/>
              </a:rPr>
              <a:t>ነገር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a:t>
            </a:r>
            <a:r>
              <a:rPr lang="en-US" b="1" dirty="0" smtClean="0">
                <a:latin typeface="Power Geez Unicode1" panose="00000400000000000000" pitchFamily="2" charset="0"/>
              </a:rPr>
              <a:t> </a:t>
            </a:r>
            <a:r>
              <a:rPr lang="en-US" b="1" dirty="0" err="1" smtClean="0">
                <a:latin typeface="Power Geez Unicode1" panose="00000400000000000000" pitchFamily="2" charset="0"/>
              </a:rPr>
              <a:t>ስለ</a:t>
            </a:r>
            <a:r>
              <a:rPr lang="en-US" b="1" dirty="0" smtClean="0">
                <a:latin typeface="Power Geez Unicode1" panose="00000400000000000000" pitchFamily="2" charset="0"/>
              </a:rPr>
              <a:t> </a:t>
            </a:r>
            <a:r>
              <a:rPr lang="en-US" b="1" dirty="0" err="1" smtClean="0">
                <a:latin typeface="Power Geez Unicode1" panose="00000400000000000000" pitchFamily="2" charset="0"/>
              </a:rPr>
              <a:t>ባቢሎን</a:t>
            </a:r>
            <a:r>
              <a:rPr lang="en-US" b="1" dirty="0" smtClean="0">
                <a:latin typeface="Power Geez Unicode1" panose="00000400000000000000" pitchFamily="2" charset="0"/>
              </a:rPr>
              <a:t> </a:t>
            </a:r>
            <a:r>
              <a:rPr lang="en-US" b="1" dirty="0" err="1" smtClean="0">
                <a:latin typeface="Power Geez Unicode1" panose="00000400000000000000" pitchFamily="2" charset="0"/>
              </a:rPr>
              <a:t>ውድቀት</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የሚናገር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a:t>
            </a:r>
            <a:r>
              <a:rPr lang="en-US" b="1" dirty="0" err="1" smtClean="0">
                <a:latin typeface="Power Geez Unicode1" panose="00000400000000000000" pitchFamily="2" charset="0"/>
              </a:rPr>
              <a:t>ነው</a:t>
            </a:r>
            <a:r>
              <a:rPr lang="en-US" b="1" dirty="0" smtClean="0">
                <a:latin typeface="Power Geez Unicode1" panose="00000400000000000000" pitchFamily="2" charset="0"/>
              </a:rPr>
              <a:t>፡፡ </a:t>
            </a:r>
            <a:r>
              <a:rPr lang="en-US" b="1" dirty="0" err="1" smtClean="0">
                <a:latin typeface="Power Geez Unicode1" panose="00000400000000000000" pitchFamily="2" charset="0"/>
              </a:rPr>
              <a:t>እዚያው</a:t>
            </a:r>
            <a:r>
              <a:rPr lang="en-US" b="1" dirty="0" smtClean="0">
                <a:latin typeface="Power Geez Unicode1" panose="00000400000000000000" pitchFamily="2" charset="0"/>
              </a:rPr>
              <a:t> </a:t>
            </a:r>
            <a:r>
              <a:rPr lang="en-US" b="1" dirty="0" err="1" smtClean="0">
                <a:latin typeface="Power Geez Unicode1" panose="00000400000000000000" pitchFamily="2" charset="0"/>
              </a:rPr>
              <a:t>ክፍል</a:t>
            </a:r>
            <a:r>
              <a:rPr lang="en-US" b="1" dirty="0" smtClean="0">
                <a:latin typeface="Power Geez Unicode1" panose="00000400000000000000" pitchFamily="2" charset="0"/>
              </a:rPr>
              <a:t> ቁ. 9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ይመልከቱ</a:t>
            </a:r>
            <a:r>
              <a:rPr lang="en-US" b="1" dirty="0" smtClean="0">
                <a:latin typeface="Power Geez Unicode1" panose="00000400000000000000" pitchFamily="2" charset="0"/>
              </a:rPr>
              <a:t>፡፡</a:t>
            </a:r>
            <a:endParaRPr lang="en-US" b="1" dirty="0">
              <a:latin typeface="Power Geez Unicode1" panose="00000400000000000000" pitchFamily="2" charset="0"/>
            </a:endParaRPr>
          </a:p>
        </p:txBody>
      </p:sp>
    </p:spTree>
    <p:extLst>
      <p:ext uri="{BB962C8B-B14F-4D97-AF65-F5344CB8AC3E}">
        <p14:creationId xmlns:p14="http://schemas.microsoft.com/office/powerpoint/2010/main" val="1531827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lstStyle/>
          <a:p>
            <a:pPr marL="0" indent="0">
              <a:buNone/>
            </a:pPr>
            <a:endParaRPr lang="en-US" dirty="0" smtClean="0"/>
          </a:p>
        </p:txBody>
      </p:sp>
    </p:spTree>
    <p:extLst>
      <p:ext uri="{BB962C8B-B14F-4D97-AF65-F5344CB8AC3E}">
        <p14:creationId xmlns:p14="http://schemas.microsoft.com/office/powerpoint/2010/main" val="16516611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76200"/>
            <a:ext cx="8229600" cy="198438"/>
          </a:xfrm>
        </p:spPr>
        <p:txBody>
          <a:bodyPr>
            <a:normAutofit fontScale="90000"/>
          </a:bodyPr>
          <a:lstStyle/>
          <a:p>
            <a:endParaRPr lang="en-US" dirty="0"/>
          </a:p>
        </p:txBody>
      </p:sp>
      <p:sp>
        <p:nvSpPr>
          <p:cNvPr id="3" name="Content Placeholder 2"/>
          <p:cNvSpPr>
            <a:spLocks noGrp="1"/>
          </p:cNvSpPr>
          <p:nvPr>
            <p:ph idx="1"/>
          </p:nvPr>
        </p:nvSpPr>
        <p:spPr>
          <a:xfrm>
            <a:off x="76200" y="381000"/>
            <a:ext cx="8915400" cy="6400800"/>
          </a:xfrm>
        </p:spPr>
        <p:txBody>
          <a:bodyPr>
            <a:normAutofit fontScale="92500"/>
          </a:bodyPr>
          <a:lstStyle/>
          <a:p>
            <a:pPr marL="0" indent="0">
              <a:lnSpc>
                <a:spcPct val="160000"/>
              </a:lnSpc>
              <a:buNone/>
            </a:pPr>
            <a:r>
              <a:rPr lang="en-US" dirty="0">
                <a:solidFill>
                  <a:srgbClr val="FF0000"/>
                </a:solidFill>
              </a:rPr>
              <a:t>3</a:t>
            </a:r>
            <a:r>
              <a:rPr lang="en-US" b="1" dirty="0" smtClean="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ወንጌል</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ለሙስሊሞች</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የመመስከሪያ</a:t>
            </a:r>
            <a:r>
              <a:rPr lang="en-US" b="1" dirty="0">
                <a:solidFill>
                  <a:srgbClr val="FF0000"/>
                </a:solidFill>
                <a:latin typeface="Power Geez Unicode1" panose="00000400000000000000" pitchFamily="2" charset="0"/>
              </a:rPr>
              <a:t> </a:t>
            </a:r>
            <a:r>
              <a:rPr lang="en-US" b="1" dirty="0" err="1">
                <a:solidFill>
                  <a:srgbClr val="FF0000"/>
                </a:solidFill>
                <a:latin typeface="Power Geez Unicode1" panose="00000400000000000000" pitchFamily="2" charset="0"/>
              </a:rPr>
              <a:t>ዘዴዎች</a:t>
            </a:r>
            <a:endParaRPr lang="en-US" b="1" dirty="0">
              <a:solidFill>
                <a:srgbClr val="FF0000"/>
              </a:solidFill>
              <a:latin typeface="Power Geez Unicode1" panose="00000400000000000000" pitchFamily="2" charset="0"/>
            </a:endParaRPr>
          </a:p>
          <a:p>
            <a:pPr>
              <a:lnSpc>
                <a:spcPct val="160000"/>
              </a:lnSpc>
              <a:buFont typeface="Wingdings" panose="05000000000000000000" pitchFamily="2" charset="2"/>
              <a:buChar char="v"/>
            </a:pP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ተግዳሮቶችን</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መለየት</a:t>
            </a:r>
            <a:r>
              <a:rPr lang="en-US" b="1" dirty="0">
                <a:solidFill>
                  <a:srgbClr val="00B050"/>
                </a:solidFill>
                <a:latin typeface="Power Geez Unicode1" panose="00000400000000000000" pitchFamily="2" charset="0"/>
              </a:rPr>
              <a:t> </a:t>
            </a:r>
            <a:r>
              <a:rPr lang="en-US" b="1" dirty="0" err="1">
                <a:solidFill>
                  <a:srgbClr val="00B050"/>
                </a:solidFill>
                <a:latin typeface="Power Geez Unicode1" panose="00000400000000000000" pitchFamily="2" charset="0"/>
              </a:rPr>
              <a:t>ያስፈልጋል</a:t>
            </a:r>
            <a:r>
              <a:rPr lang="en-US" b="1" dirty="0">
                <a:solidFill>
                  <a:srgbClr val="00B050"/>
                </a:solidFill>
                <a:latin typeface="Power Geez Unicode1" panose="00000400000000000000" pitchFamily="2" charset="0"/>
              </a:rPr>
              <a:t>፡-</a:t>
            </a:r>
          </a:p>
          <a:p>
            <a:pPr>
              <a:lnSpc>
                <a:spcPct val="160000"/>
              </a:lnSpc>
              <a:buFont typeface="Wingdings" panose="05000000000000000000" pitchFamily="2" charset="2"/>
              <a:buChar char="§"/>
            </a:pPr>
            <a:r>
              <a:rPr lang="en-US" b="1" dirty="0" err="1">
                <a:solidFill>
                  <a:srgbClr val="7030A0"/>
                </a:solidFill>
                <a:latin typeface="Power Geez Unicode1" panose="00000400000000000000" pitchFamily="2" charset="0"/>
              </a:rPr>
              <a:t>ውጫዊ</a:t>
            </a:r>
            <a:r>
              <a:rPr lang="en-US" b="1" dirty="0">
                <a:solidFill>
                  <a:srgbClr val="7030A0"/>
                </a:solidFill>
                <a:latin typeface="Power Geez Unicode1" panose="00000400000000000000" pitchFamily="2" charset="0"/>
              </a:rPr>
              <a:t> </a:t>
            </a:r>
            <a:r>
              <a:rPr lang="en-US" b="1" dirty="0" err="1">
                <a:solidFill>
                  <a:srgbClr val="7030A0"/>
                </a:solidFill>
                <a:latin typeface="Power Geez Unicode1" panose="00000400000000000000" pitchFamily="2" charset="0"/>
              </a:rPr>
              <a:t>ተግዳሮቶች</a:t>
            </a:r>
            <a:r>
              <a:rPr lang="en-US" b="1" dirty="0">
                <a:solidFill>
                  <a:srgbClr val="7030A0"/>
                </a:solidFill>
                <a:latin typeface="Power Geez Unicode1" panose="00000400000000000000" pitchFamily="2" charset="0"/>
              </a:rPr>
              <a:t> </a:t>
            </a:r>
            <a:r>
              <a:rPr lang="en-US" b="1" dirty="0">
                <a:latin typeface="Power Geez Unicode1" panose="00000400000000000000" pitchFamily="2" charset="0"/>
              </a:rPr>
              <a:t>- </a:t>
            </a:r>
            <a:r>
              <a:rPr lang="en-US" b="1" dirty="0" err="1">
                <a:latin typeface="Power Geez Unicode1" panose="00000400000000000000" pitchFamily="2" charset="0"/>
              </a:rPr>
              <a:t>ስነ-መለኮታዊ</a:t>
            </a:r>
            <a:r>
              <a:rPr lang="en-US" b="1" dirty="0">
                <a:latin typeface="Power Geez Unicode1" panose="00000400000000000000" pitchFamily="2" charset="0"/>
              </a:rPr>
              <a:t> </a:t>
            </a:r>
            <a:r>
              <a:rPr lang="en-US" b="1" dirty="0" err="1">
                <a:latin typeface="Power Geez Unicode1" panose="00000400000000000000" pitchFamily="2" charset="0"/>
              </a:rPr>
              <a:t>ልዩነቶች</a:t>
            </a:r>
            <a:r>
              <a:rPr lang="en-US" b="1" dirty="0">
                <a:latin typeface="Power Geez Unicode1" panose="00000400000000000000" pitchFamily="2" charset="0"/>
              </a:rPr>
              <a:t>፣ </a:t>
            </a:r>
            <a:r>
              <a:rPr lang="en-US" b="1" dirty="0" err="1">
                <a:latin typeface="Power Geez Unicode1" panose="00000400000000000000" pitchFamily="2" charset="0"/>
              </a:rPr>
              <a:t>ጥላቻ</a:t>
            </a:r>
            <a:r>
              <a:rPr lang="en-US" b="1" dirty="0">
                <a:latin typeface="Power Geez Unicode1" panose="00000400000000000000" pitchFamily="2" charset="0"/>
              </a:rPr>
              <a:t>፣ </a:t>
            </a:r>
            <a:r>
              <a:rPr lang="en-US" b="1" dirty="0" err="1">
                <a:latin typeface="Power Geez Unicode1" panose="00000400000000000000" pitchFamily="2" charset="0"/>
              </a:rPr>
              <a:t>የአክራሪነት</a:t>
            </a:r>
            <a:r>
              <a:rPr lang="en-US" b="1" dirty="0">
                <a:latin typeface="Power Geez Unicode1" panose="00000400000000000000" pitchFamily="2" charset="0"/>
              </a:rPr>
              <a:t> </a:t>
            </a:r>
            <a:r>
              <a:rPr lang="en-US" b="1" dirty="0" err="1">
                <a:latin typeface="Power Geez Unicode1" panose="00000400000000000000" pitchFamily="2" charset="0"/>
              </a:rPr>
              <a:t>ዝንባሌዎች</a:t>
            </a:r>
            <a:r>
              <a:rPr lang="en-US" b="1" dirty="0">
                <a:latin typeface="Power Geez Unicode1" panose="00000400000000000000" pitchFamily="2" charset="0"/>
              </a:rPr>
              <a:t>፣ </a:t>
            </a:r>
            <a:r>
              <a:rPr lang="en-US" b="1" dirty="0" err="1">
                <a:latin typeface="Power Geez Unicode1" panose="00000400000000000000" pitchFamily="2" charset="0"/>
              </a:rPr>
              <a:t>ኢኮኖሚያዊ</a:t>
            </a:r>
            <a:r>
              <a:rPr lang="en-US" b="1" dirty="0">
                <a:latin typeface="Power Geez Unicode1" panose="00000400000000000000" pitchFamily="2" charset="0"/>
              </a:rPr>
              <a:t> </a:t>
            </a:r>
            <a:r>
              <a:rPr lang="en-US" b="1" dirty="0" err="1">
                <a:latin typeface="Power Geez Unicode1" panose="00000400000000000000" pitchFamily="2" charset="0"/>
              </a:rPr>
              <a:t>ተጽዕኖ</a:t>
            </a:r>
            <a:r>
              <a:rPr lang="en-US" b="1" dirty="0">
                <a:latin typeface="Power Geez Unicode1" panose="00000400000000000000" pitchFamily="2" charset="0"/>
              </a:rPr>
              <a:t>፣ </a:t>
            </a:r>
            <a:r>
              <a:rPr lang="en-US" b="1" dirty="0" err="1">
                <a:latin typeface="Power Geez Unicode1" panose="00000400000000000000" pitchFamily="2" charset="0"/>
              </a:rPr>
              <a:t>ማህበራዊ</a:t>
            </a:r>
            <a:r>
              <a:rPr lang="en-US" b="1" dirty="0">
                <a:latin typeface="Power Geez Unicode1" panose="00000400000000000000" pitchFamily="2" charset="0"/>
              </a:rPr>
              <a:t> </a:t>
            </a:r>
            <a:r>
              <a:rPr lang="en-US" b="1" dirty="0" err="1">
                <a:latin typeface="Power Geez Unicode1" panose="00000400000000000000" pitchFamily="2" charset="0"/>
              </a:rPr>
              <a:t>ተጽዕኖ</a:t>
            </a:r>
            <a:endParaRPr lang="en-US" b="1" dirty="0">
              <a:latin typeface="Power Geez Unicode1" panose="00000400000000000000" pitchFamily="2" charset="0"/>
            </a:endParaRPr>
          </a:p>
          <a:p>
            <a:pPr>
              <a:lnSpc>
                <a:spcPct val="160000"/>
              </a:lnSpc>
              <a:buFont typeface="Wingdings" panose="05000000000000000000" pitchFamily="2" charset="2"/>
              <a:buChar char="§"/>
            </a:pPr>
            <a:r>
              <a:rPr lang="en-US" b="1" dirty="0" err="1">
                <a:solidFill>
                  <a:srgbClr val="7030A0"/>
                </a:solidFill>
                <a:latin typeface="Power Geez Unicode1" panose="00000400000000000000" pitchFamily="2" charset="0"/>
              </a:rPr>
              <a:t>ውስጣዊ</a:t>
            </a:r>
            <a:r>
              <a:rPr lang="en-US" b="1" dirty="0">
                <a:solidFill>
                  <a:srgbClr val="7030A0"/>
                </a:solidFill>
                <a:latin typeface="Power Geez Unicode1" panose="00000400000000000000" pitchFamily="2" charset="0"/>
              </a:rPr>
              <a:t> </a:t>
            </a:r>
            <a:r>
              <a:rPr lang="en-US" b="1" dirty="0" err="1">
                <a:solidFill>
                  <a:srgbClr val="7030A0"/>
                </a:solidFill>
                <a:latin typeface="Power Geez Unicode1" panose="00000400000000000000" pitchFamily="2" charset="0"/>
              </a:rPr>
              <a:t>ተግዳሮቶች</a:t>
            </a:r>
            <a:r>
              <a:rPr lang="en-US" b="1" dirty="0">
                <a:solidFill>
                  <a:srgbClr val="7030A0"/>
                </a:solidFill>
                <a:latin typeface="Power Geez Unicode1" panose="00000400000000000000" pitchFamily="2" charset="0"/>
              </a:rPr>
              <a:t> </a:t>
            </a:r>
            <a:r>
              <a:rPr lang="en-US" b="1" dirty="0">
                <a:latin typeface="Power Geez Unicode1" panose="00000400000000000000" pitchFamily="2" charset="0"/>
              </a:rPr>
              <a:t>- </a:t>
            </a:r>
            <a:r>
              <a:rPr lang="en-US" b="1" dirty="0" err="1">
                <a:latin typeface="Power Geez Unicode1" panose="00000400000000000000" pitchFamily="2" charset="0"/>
              </a:rPr>
              <a:t>የጥላቻና</a:t>
            </a:r>
            <a:r>
              <a:rPr lang="en-US" b="1" dirty="0">
                <a:latin typeface="Power Geez Unicode1" panose="00000400000000000000" pitchFamily="2" charset="0"/>
              </a:rPr>
              <a:t> </a:t>
            </a:r>
            <a:r>
              <a:rPr lang="en-US" b="1" dirty="0" err="1">
                <a:latin typeface="Power Geez Unicode1" panose="00000400000000000000" pitchFamily="2" charset="0"/>
              </a:rPr>
              <a:t>የዘለፋ</a:t>
            </a:r>
            <a:r>
              <a:rPr lang="en-US" b="1" dirty="0">
                <a:latin typeface="Power Geez Unicode1" panose="00000400000000000000" pitchFamily="2" charset="0"/>
              </a:rPr>
              <a:t> </a:t>
            </a:r>
            <a:r>
              <a:rPr lang="en-US" b="1" dirty="0" err="1">
                <a:latin typeface="Power Geez Unicode1" panose="00000400000000000000" pitchFamily="2" charset="0"/>
              </a:rPr>
              <a:t>አቀራረብ</a:t>
            </a:r>
            <a:r>
              <a:rPr lang="en-US" b="1" dirty="0">
                <a:latin typeface="Power Geez Unicode1" panose="00000400000000000000" pitchFamily="2" charset="0"/>
              </a:rPr>
              <a:t>፣ </a:t>
            </a:r>
            <a:r>
              <a:rPr lang="en-US" b="1" dirty="0" err="1">
                <a:latin typeface="Power Geez Unicode1" panose="00000400000000000000" pitchFamily="2" charset="0"/>
              </a:rPr>
              <a:t>ፍርሀት</a:t>
            </a:r>
            <a:r>
              <a:rPr lang="en-US" b="1" dirty="0">
                <a:latin typeface="Power Geez Unicode1" panose="00000400000000000000" pitchFamily="2" charset="0"/>
              </a:rPr>
              <a:t>፣ </a:t>
            </a:r>
            <a:r>
              <a:rPr lang="en-US" b="1" dirty="0" err="1">
                <a:latin typeface="Power Geez Unicode1" panose="00000400000000000000" pitchFamily="2" charset="0"/>
              </a:rPr>
              <a:t>ስለእስልምና</a:t>
            </a:r>
            <a:r>
              <a:rPr lang="en-US" b="1" dirty="0">
                <a:latin typeface="Power Geez Unicode1" panose="00000400000000000000" pitchFamily="2" charset="0"/>
              </a:rPr>
              <a:t> </a:t>
            </a:r>
            <a:r>
              <a:rPr lang="en-US" b="1" dirty="0" err="1">
                <a:latin typeface="Power Geez Unicode1" panose="00000400000000000000" pitchFamily="2" charset="0"/>
              </a:rPr>
              <a:t>ግንዛቤ</a:t>
            </a:r>
            <a:r>
              <a:rPr lang="en-US" b="1" dirty="0">
                <a:latin typeface="Power Geez Unicode1" panose="00000400000000000000" pitchFamily="2" charset="0"/>
              </a:rPr>
              <a:t> </a:t>
            </a:r>
            <a:r>
              <a:rPr lang="en-US" b="1" dirty="0" err="1">
                <a:latin typeface="Power Geez Unicode1" panose="00000400000000000000" pitchFamily="2" charset="0"/>
              </a:rPr>
              <a:t>ማነስ</a:t>
            </a:r>
            <a:r>
              <a:rPr lang="en-US" b="1" dirty="0">
                <a:latin typeface="Power Geez Unicode1" panose="00000400000000000000" pitchFamily="2" charset="0"/>
              </a:rPr>
              <a:t> </a:t>
            </a:r>
            <a:r>
              <a:rPr lang="en-US" b="1" dirty="0" err="1">
                <a:latin typeface="Power Geez Unicode1" panose="00000400000000000000" pitchFamily="2" charset="0"/>
              </a:rPr>
              <a:t>እና</a:t>
            </a:r>
            <a:r>
              <a:rPr lang="en-US" b="1" dirty="0">
                <a:latin typeface="Power Geez Unicode1" panose="00000400000000000000" pitchFamily="2" charset="0"/>
              </a:rPr>
              <a:t> </a:t>
            </a:r>
            <a:r>
              <a:rPr lang="en-US" b="1" dirty="0" err="1">
                <a:latin typeface="Power Geez Unicode1" panose="00000400000000000000" pitchFamily="2" charset="0"/>
              </a:rPr>
              <a:t>ለሙስሊም</a:t>
            </a:r>
            <a:r>
              <a:rPr lang="en-US" b="1" dirty="0">
                <a:latin typeface="Power Geez Unicode1" panose="00000400000000000000" pitchFamily="2" charset="0"/>
              </a:rPr>
              <a:t> </a:t>
            </a:r>
            <a:r>
              <a:rPr lang="en-US" b="1" dirty="0" err="1">
                <a:latin typeface="Power Geez Unicode1" panose="00000400000000000000" pitchFamily="2" charset="0"/>
              </a:rPr>
              <a:t>ወንጌል</a:t>
            </a:r>
            <a:r>
              <a:rPr lang="en-US" b="1" dirty="0">
                <a:latin typeface="Power Geez Unicode1" panose="00000400000000000000" pitchFamily="2" charset="0"/>
              </a:rPr>
              <a:t> </a:t>
            </a:r>
            <a:r>
              <a:rPr lang="en-US" b="1" dirty="0" err="1">
                <a:latin typeface="Power Geez Unicode1" panose="00000400000000000000" pitchFamily="2" charset="0"/>
              </a:rPr>
              <a:t>ስርጭት</a:t>
            </a:r>
            <a:r>
              <a:rPr lang="en-US" b="1" dirty="0">
                <a:latin typeface="Power Geez Unicode1" panose="00000400000000000000" pitchFamily="2" charset="0"/>
              </a:rPr>
              <a:t> </a:t>
            </a:r>
            <a:r>
              <a:rPr lang="en-US" b="1" dirty="0" err="1">
                <a:latin typeface="Power Geez Unicode1" panose="00000400000000000000" pitchFamily="2" charset="0"/>
              </a:rPr>
              <a:t>ትኩረት</a:t>
            </a:r>
            <a:r>
              <a:rPr lang="en-US" b="1" dirty="0">
                <a:latin typeface="Power Geez Unicode1" panose="00000400000000000000" pitchFamily="2" charset="0"/>
              </a:rPr>
              <a:t> </a:t>
            </a:r>
            <a:r>
              <a:rPr lang="en-US" b="1" dirty="0" err="1">
                <a:latin typeface="Power Geez Unicode1" panose="00000400000000000000" pitchFamily="2" charset="0"/>
              </a:rPr>
              <a:t>አለመስጠት</a:t>
            </a:r>
            <a:r>
              <a:rPr lang="en-US" b="1" dirty="0">
                <a:latin typeface="Power Geez Unicode1" panose="00000400000000000000" pitchFamily="2" charset="0"/>
              </a:rPr>
              <a:t> </a:t>
            </a:r>
          </a:p>
          <a:p>
            <a:pPr marL="0" indent="0">
              <a:buNone/>
            </a:pPr>
            <a:endParaRPr lang="en-US" dirty="0"/>
          </a:p>
        </p:txBody>
      </p:sp>
    </p:spTree>
    <p:extLst>
      <p:ext uri="{BB962C8B-B14F-4D97-AF65-F5344CB8AC3E}">
        <p14:creationId xmlns:p14="http://schemas.microsoft.com/office/powerpoint/2010/main" val="161970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endParaRPr lang="en-US" dirty="0"/>
          </a:p>
        </p:txBody>
      </p:sp>
      <p:sp>
        <p:nvSpPr>
          <p:cNvPr id="3" name="Content Placeholder 2"/>
          <p:cNvSpPr>
            <a:spLocks noGrp="1"/>
          </p:cNvSpPr>
          <p:nvPr>
            <p:ph idx="1"/>
          </p:nvPr>
        </p:nvSpPr>
        <p:spPr>
          <a:xfrm>
            <a:off x="152400" y="381000"/>
            <a:ext cx="8839200" cy="6324600"/>
          </a:xfrm>
        </p:spPr>
        <p:txBody>
          <a:bodyPr>
            <a:normAutofit fontScale="70000" lnSpcReduction="20000"/>
          </a:bodyPr>
          <a:lstStyle/>
          <a:p>
            <a:pPr>
              <a:lnSpc>
                <a:spcPct val="160000"/>
              </a:lnSpc>
              <a:buFont typeface="Wingdings" panose="05000000000000000000" pitchFamily="2" charset="2"/>
              <a:buChar char="v"/>
            </a:pP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በህይወታችን</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መመስከር</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አለብን</a:t>
            </a:r>
            <a:r>
              <a:rPr lang="en-US" b="1" dirty="0" smtClean="0">
                <a:solidFill>
                  <a:srgbClr val="00B050"/>
                </a:solidFill>
                <a:latin typeface="Power Geez Unicode1" panose="00000400000000000000" pitchFamily="2" charset="0"/>
              </a:rPr>
              <a:t>፡-</a:t>
            </a:r>
          </a:p>
          <a:p>
            <a:pPr>
              <a:lnSpc>
                <a:spcPct val="160000"/>
              </a:lnSpc>
              <a:buFont typeface="Wingdings" panose="05000000000000000000" pitchFamily="2" charset="2"/>
              <a:buChar char="§"/>
            </a:pPr>
            <a:r>
              <a:rPr lang="en-US" b="1" dirty="0" err="1" smtClean="0">
                <a:latin typeface="Power Geez Unicode1" panose="00000400000000000000" pitchFamily="2" charset="0"/>
              </a:rPr>
              <a:t>ትህትና</a:t>
            </a:r>
            <a:r>
              <a:rPr lang="en-US" b="1" dirty="0" smtClean="0">
                <a:latin typeface="Power Geez Unicode1" panose="00000400000000000000" pitchFamily="2" charset="0"/>
              </a:rPr>
              <a:t> </a:t>
            </a:r>
            <a:r>
              <a:rPr lang="en-US" b="1" dirty="0" err="1" smtClean="0">
                <a:latin typeface="Power Geez Unicode1" panose="00000400000000000000" pitchFamily="2" charset="0"/>
              </a:rPr>
              <a:t>ፍቅር</a:t>
            </a:r>
            <a:r>
              <a:rPr lang="en-US" b="1" dirty="0" smtClean="0">
                <a:latin typeface="Power Geez Unicode1" panose="00000400000000000000" pitchFamily="2" charset="0"/>
              </a:rPr>
              <a:t> </a:t>
            </a:r>
            <a:r>
              <a:rPr lang="en-US" b="1" dirty="0" err="1" smtClean="0">
                <a:latin typeface="Power Geez Unicode1" panose="00000400000000000000" pitchFamily="2" charset="0"/>
              </a:rPr>
              <a:t>ሊኖረን</a:t>
            </a:r>
            <a:r>
              <a:rPr lang="en-US" b="1" dirty="0" smtClean="0">
                <a:latin typeface="Power Geez Unicode1" panose="00000400000000000000" pitchFamily="2" charset="0"/>
              </a:rPr>
              <a:t> </a:t>
            </a:r>
            <a:r>
              <a:rPr lang="en-US" b="1" dirty="0" err="1" smtClean="0">
                <a:latin typeface="Power Geez Unicode1" panose="00000400000000000000" pitchFamily="2" charset="0"/>
              </a:rPr>
              <a:t>ይገባል</a:t>
            </a:r>
            <a:endParaRPr lang="en-US" b="1" dirty="0">
              <a:latin typeface="Power Geez Unicode1" panose="00000400000000000000" pitchFamily="2" charset="0"/>
            </a:endParaRPr>
          </a:p>
          <a:p>
            <a:pPr>
              <a:lnSpc>
                <a:spcPct val="160000"/>
              </a:lnSpc>
              <a:buFont typeface="Wingdings" panose="05000000000000000000" pitchFamily="2" charset="2"/>
              <a:buChar char="§"/>
            </a:pPr>
            <a:r>
              <a:rPr lang="en-US" b="1" dirty="0" err="1" smtClean="0">
                <a:latin typeface="Power Geez Unicode1" panose="00000400000000000000" pitchFamily="2" charset="0"/>
              </a:rPr>
              <a:t>በሙሰሊሞች</a:t>
            </a:r>
            <a:r>
              <a:rPr lang="en-US" b="1" dirty="0" smtClean="0">
                <a:latin typeface="Power Geez Unicode1" panose="00000400000000000000" pitchFamily="2" charset="0"/>
              </a:rPr>
              <a:t> </a:t>
            </a:r>
            <a:r>
              <a:rPr lang="en-US" b="1" dirty="0" err="1" smtClean="0">
                <a:latin typeface="Power Geez Unicode1" panose="00000400000000000000" pitchFamily="2" charset="0"/>
              </a:rPr>
              <a:t>ዘንድ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ተቀባይነት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ያለው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ኃይማኖታዊ</a:t>
            </a:r>
            <a:r>
              <a:rPr lang="en-US" b="1" dirty="0" smtClean="0">
                <a:latin typeface="Power Geez Unicode1" panose="00000400000000000000" pitchFamily="2" charset="0"/>
              </a:rPr>
              <a:t> </a:t>
            </a:r>
            <a:r>
              <a:rPr lang="en-US" b="1" dirty="0" err="1" smtClean="0">
                <a:latin typeface="Power Geez Unicode1" panose="00000400000000000000" pitchFamily="2" charset="0"/>
              </a:rPr>
              <a:t>ስርአት</a:t>
            </a:r>
            <a:r>
              <a:rPr lang="en-US" b="1" dirty="0" smtClean="0">
                <a:latin typeface="Power Geez Unicode1" panose="00000400000000000000" pitchFamily="2" charset="0"/>
              </a:rPr>
              <a:t> </a:t>
            </a:r>
            <a:r>
              <a:rPr lang="en-US" b="1" dirty="0" err="1" smtClean="0">
                <a:latin typeface="Power Geez Unicode1" panose="00000400000000000000" pitchFamily="2" charset="0"/>
              </a:rPr>
              <a:t>ሊኖረን</a:t>
            </a:r>
            <a:r>
              <a:rPr lang="en-US" b="1" dirty="0" smtClean="0">
                <a:latin typeface="Power Geez Unicode1" panose="00000400000000000000" pitchFamily="2" charset="0"/>
              </a:rPr>
              <a:t> </a:t>
            </a:r>
            <a:r>
              <a:rPr lang="en-US" b="1" dirty="0" err="1" smtClean="0">
                <a:latin typeface="Power Geez Unicode1" panose="00000400000000000000" pitchFamily="2" charset="0"/>
              </a:rPr>
              <a:t>ይገባል</a:t>
            </a:r>
            <a:r>
              <a:rPr lang="en-US" b="1" dirty="0" smtClean="0">
                <a:latin typeface="Power Geez Unicode1" panose="00000400000000000000" pitchFamily="2" charset="0"/>
              </a:rPr>
              <a:t>፤ </a:t>
            </a:r>
            <a:r>
              <a:rPr lang="en-US" b="1" dirty="0" err="1" smtClean="0">
                <a:latin typeface="Power Geez Unicode1" panose="00000400000000000000" pitchFamily="2" charset="0"/>
              </a:rPr>
              <a:t>ለምሳሌ</a:t>
            </a:r>
            <a:r>
              <a:rPr lang="en-US" b="1" dirty="0" smtClean="0">
                <a:latin typeface="Power Geez Unicode1" panose="00000400000000000000" pitchFamily="2" charset="0"/>
              </a:rPr>
              <a:t> </a:t>
            </a:r>
            <a:r>
              <a:rPr lang="en-US" b="1" dirty="0" err="1" smtClean="0">
                <a:latin typeface="Power Geez Unicode1" panose="00000400000000000000" pitchFamily="2" charset="0"/>
              </a:rPr>
              <a:t>አምልኮአችን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ዝማሬውቻችን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አለባበሳችን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ንግግራችን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አመለካከታችን</a:t>
            </a:r>
            <a:endParaRPr lang="en-US" b="1" dirty="0" smtClean="0">
              <a:latin typeface="Power Geez Unicode1" panose="00000400000000000000" pitchFamily="2" charset="0"/>
            </a:endParaRP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ቋን</a:t>
            </a:r>
            <a:r>
              <a:rPr lang="am-ET" b="1" dirty="0" smtClean="0">
                <a:latin typeface="Arial Black" pitchFamily="34" charset="0"/>
              </a:rPr>
              <a:t>ቋ</a:t>
            </a:r>
            <a:r>
              <a:rPr lang="en-US" b="1" dirty="0" err="1" smtClean="0">
                <a:latin typeface="Power Geez Unicode1" panose="00000400000000000000" pitchFamily="2" charset="0"/>
              </a:rPr>
              <a:t>ቸውን</a:t>
            </a:r>
            <a:r>
              <a:rPr lang="en-US" b="1" dirty="0" smtClean="0">
                <a:latin typeface="Power Geez Unicode1" panose="00000400000000000000" pitchFamily="2" charset="0"/>
              </a:rPr>
              <a:t> </a:t>
            </a:r>
            <a:r>
              <a:rPr lang="en-US" b="1" dirty="0" err="1" smtClean="0">
                <a:latin typeface="Power Geez Unicode1" panose="00000400000000000000" pitchFamily="2" charset="0"/>
              </a:rPr>
              <a:t>ማወቅና</a:t>
            </a:r>
            <a:r>
              <a:rPr lang="en-US" b="1" dirty="0" smtClean="0">
                <a:latin typeface="Power Geez Unicode1" panose="00000400000000000000" pitchFamily="2" charset="0"/>
              </a:rPr>
              <a:t> </a:t>
            </a:r>
            <a:r>
              <a:rPr lang="en-US" b="1" dirty="0" err="1" smtClean="0">
                <a:latin typeface="Power Geez Unicode1" panose="00000400000000000000" pitchFamily="2" charset="0"/>
              </a:rPr>
              <a:t>መናገር</a:t>
            </a:r>
            <a:r>
              <a:rPr lang="en-US" b="1" dirty="0" smtClean="0">
                <a:latin typeface="Power Geez Unicode1" panose="00000400000000000000" pitchFamily="2" charset="0"/>
              </a:rPr>
              <a:t> </a:t>
            </a:r>
            <a:r>
              <a:rPr lang="en-US" b="1" dirty="0" err="1" smtClean="0">
                <a:latin typeface="Power Geez Unicode1" panose="00000400000000000000" pitchFamily="2" charset="0"/>
              </a:rPr>
              <a:t>ያስፈልጋል</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err="1" smtClean="0">
                <a:latin typeface="Power Geez Unicode1" panose="00000400000000000000" pitchFamily="2" charset="0"/>
              </a:rPr>
              <a:t>ተቀባይነት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ያለው</a:t>
            </a:r>
            <a:r>
              <a:rPr lang="en-US" b="1" dirty="0" smtClean="0">
                <a:latin typeface="Power Geez Unicode1" panose="00000400000000000000" pitchFamily="2" charset="0"/>
              </a:rPr>
              <a:t> </a:t>
            </a:r>
            <a:r>
              <a:rPr lang="en-US" b="1" dirty="0" err="1" smtClean="0">
                <a:latin typeface="Power Geez Unicode1" panose="00000400000000000000" pitchFamily="2" charset="0"/>
              </a:rPr>
              <a:t>ማህበራዊ</a:t>
            </a:r>
            <a:r>
              <a:rPr lang="en-US" b="1" dirty="0" smtClean="0">
                <a:latin typeface="Power Geez Unicode1" panose="00000400000000000000" pitchFamily="2" charset="0"/>
              </a:rPr>
              <a:t> </a:t>
            </a:r>
            <a:r>
              <a:rPr lang="en-US" b="1" dirty="0" err="1" smtClean="0">
                <a:latin typeface="Power Geez Unicode1" panose="00000400000000000000" pitchFamily="2" charset="0"/>
              </a:rPr>
              <a:t>ሕይወት</a:t>
            </a:r>
            <a:r>
              <a:rPr lang="en-US" b="1" dirty="0" smtClean="0">
                <a:latin typeface="Power Geez Unicode1" panose="00000400000000000000" pitchFamily="2" charset="0"/>
              </a:rPr>
              <a:t> </a:t>
            </a:r>
            <a:r>
              <a:rPr lang="en-US" b="1" dirty="0" err="1" smtClean="0">
                <a:latin typeface="Power Geez Unicode1" panose="00000400000000000000" pitchFamily="2" charset="0"/>
              </a:rPr>
              <a:t>ሊኖረን</a:t>
            </a:r>
            <a:r>
              <a:rPr lang="en-US" b="1" dirty="0" smtClean="0">
                <a:latin typeface="Power Geez Unicode1" panose="00000400000000000000" pitchFamily="2" charset="0"/>
              </a:rPr>
              <a:t> </a:t>
            </a:r>
            <a:r>
              <a:rPr lang="en-US" b="1" dirty="0" err="1" smtClean="0">
                <a:latin typeface="Power Geez Unicode1" panose="00000400000000000000" pitchFamily="2" charset="0"/>
              </a:rPr>
              <a:t>ይገባል</a:t>
            </a:r>
            <a:r>
              <a:rPr lang="en-US" b="1" dirty="0" smtClean="0">
                <a:latin typeface="Power Geez Unicode1" panose="00000400000000000000" pitchFamily="2" charset="0"/>
              </a:rPr>
              <a:t>፤ </a:t>
            </a:r>
            <a:r>
              <a:rPr lang="en-US" b="1" dirty="0" err="1" smtClean="0">
                <a:latin typeface="Power Geez Unicode1" panose="00000400000000000000" pitchFamily="2" charset="0"/>
              </a:rPr>
              <a:t>ለምሳሌ</a:t>
            </a:r>
            <a:r>
              <a:rPr lang="en-US" b="1" dirty="0" smtClean="0">
                <a:latin typeface="Power Geez Unicode1" panose="00000400000000000000" pitchFamily="2" charset="0"/>
              </a:rPr>
              <a:t> </a:t>
            </a:r>
            <a:r>
              <a:rPr lang="en-US" b="1" dirty="0" err="1" smtClean="0">
                <a:latin typeface="Power Geez Unicode1" panose="00000400000000000000" pitchFamily="2" charset="0"/>
              </a:rPr>
              <a:t>ወንድ</a:t>
            </a:r>
            <a:r>
              <a:rPr lang="en-US" b="1" dirty="0" smtClean="0">
                <a:latin typeface="Power Geez Unicode1" panose="00000400000000000000" pitchFamily="2" charset="0"/>
              </a:rPr>
              <a:t> </a:t>
            </a:r>
            <a:r>
              <a:rPr lang="en-US" b="1" dirty="0" err="1" smtClean="0">
                <a:latin typeface="Power Geez Unicode1" panose="00000400000000000000" pitchFamily="2" charset="0"/>
              </a:rPr>
              <a:t>ከሴት</a:t>
            </a:r>
            <a:r>
              <a:rPr lang="en-US" b="1" dirty="0" smtClean="0">
                <a:latin typeface="Power Geez Unicode1" panose="00000400000000000000" pitchFamily="2" charset="0"/>
              </a:rPr>
              <a:t> </a:t>
            </a:r>
            <a:r>
              <a:rPr lang="en-US" b="1" dirty="0" err="1" smtClean="0">
                <a:latin typeface="Power Geez Unicode1" panose="00000400000000000000" pitchFamily="2" charset="0"/>
              </a:rPr>
              <a:t>ጋር</a:t>
            </a:r>
            <a:r>
              <a:rPr lang="en-US" b="1" dirty="0" smtClean="0">
                <a:latin typeface="Power Geez Unicode1" panose="00000400000000000000" pitchFamily="2" charset="0"/>
              </a:rPr>
              <a:t> </a:t>
            </a:r>
            <a:r>
              <a:rPr lang="en-US" b="1" dirty="0" err="1" smtClean="0">
                <a:latin typeface="Power Geez Unicode1" panose="00000400000000000000" pitchFamily="2" charset="0"/>
              </a:rPr>
              <a:t>የሚኖርን</a:t>
            </a:r>
            <a:r>
              <a:rPr lang="en-US" b="1" dirty="0" smtClean="0">
                <a:latin typeface="Power Geez Unicode1" panose="00000400000000000000" pitchFamily="2" charset="0"/>
              </a:rPr>
              <a:t> </a:t>
            </a:r>
            <a:r>
              <a:rPr lang="en-US" b="1" dirty="0" err="1" smtClean="0">
                <a:latin typeface="Power Geez Unicode1" panose="00000400000000000000" pitchFamily="2" charset="0"/>
              </a:rPr>
              <a:t>ግንኙነትን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በልክ</a:t>
            </a:r>
            <a:r>
              <a:rPr lang="en-US" b="1" dirty="0" smtClean="0">
                <a:latin typeface="Power Geez Unicode1" panose="00000400000000000000" pitchFamily="2" charset="0"/>
              </a:rPr>
              <a:t> </a:t>
            </a:r>
            <a:r>
              <a:rPr lang="en-US" b="1" dirty="0" err="1" smtClean="0">
                <a:latin typeface="Power Geez Unicode1" panose="00000400000000000000" pitchFamily="2" charset="0"/>
              </a:rPr>
              <a:t>ማድረግ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እንግድነትን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በመቀበል</a:t>
            </a:r>
            <a:r>
              <a:rPr lang="en-US" b="1" dirty="0" smtClean="0">
                <a:latin typeface="Power Geez Unicode1" panose="00000400000000000000" pitchFamily="2" charset="0"/>
              </a:rPr>
              <a:t> </a:t>
            </a:r>
            <a:r>
              <a:rPr lang="en-US" b="1" dirty="0" err="1" smtClean="0">
                <a:latin typeface="Power Geez Unicode1" panose="00000400000000000000" pitchFamily="2" charset="0"/>
              </a:rPr>
              <a:t>እና</a:t>
            </a:r>
            <a:r>
              <a:rPr lang="en-US" b="1" dirty="0" smtClean="0">
                <a:latin typeface="Power Geez Unicode1" panose="00000400000000000000" pitchFamily="2" charset="0"/>
              </a:rPr>
              <a:t> </a:t>
            </a:r>
            <a:r>
              <a:rPr lang="en-US" b="1" dirty="0" err="1" smtClean="0">
                <a:latin typeface="Power Geez Unicode1" panose="00000400000000000000" pitchFamily="2" charset="0"/>
              </a:rPr>
              <a:t>በችግራቸው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ቀን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በመርዳት</a:t>
            </a:r>
            <a:r>
              <a:rPr lang="en-US" b="1" dirty="0" smtClean="0">
                <a:latin typeface="Power Geez Unicode1" panose="00000400000000000000" pitchFamily="2" charset="0"/>
              </a:rPr>
              <a:t>፡፡</a:t>
            </a:r>
          </a:p>
          <a:p>
            <a:pPr>
              <a:lnSpc>
                <a:spcPct val="16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Arial Black" panose="020B0A04020102020204" pitchFamily="34" charset="0"/>
              </a:rPr>
              <a:t>ጓደኝነት</a:t>
            </a:r>
            <a:r>
              <a:rPr lang="en-US" b="1" dirty="0" smtClean="0">
                <a:latin typeface="Arial Black" panose="020B0A04020102020204" pitchFamily="34" charset="0"/>
              </a:rPr>
              <a:t> </a:t>
            </a:r>
            <a:r>
              <a:rPr lang="en-US" b="1" dirty="0" err="1" smtClean="0">
                <a:latin typeface="Arial Black" panose="020B0A04020102020204" pitchFamily="34" charset="0"/>
              </a:rPr>
              <a:t>መመስረት</a:t>
            </a:r>
            <a:r>
              <a:rPr lang="en-US" b="1" dirty="0" smtClean="0">
                <a:latin typeface="Arial Black" panose="020B0A04020102020204" pitchFamily="34" charset="0"/>
              </a:rPr>
              <a:t> </a:t>
            </a:r>
            <a:r>
              <a:rPr lang="en-US" b="1" dirty="0" err="1" smtClean="0">
                <a:latin typeface="Arial Black" panose="020B0A04020102020204" pitchFamily="34" charset="0"/>
              </a:rPr>
              <a:t>ያስፈልጋል</a:t>
            </a:r>
            <a:r>
              <a:rPr lang="en-US" b="1" dirty="0" smtClean="0">
                <a:latin typeface="Arial Black" panose="020B0A04020102020204" pitchFamily="34" charset="0"/>
              </a:rPr>
              <a:t>፡፡</a:t>
            </a:r>
          </a:p>
          <a:p>
            <a:pPr>
              <a:lnSpc>
                <a:spcPct val="160000"/>
              </a:lnSpc>
              <a:buFont typeface="Wingdings" panose="05000000000000000000" pitchFamily="2" charset="2"/>
              <a:buChar char="§"/>
            </a:pPr>
            <a:r>
              <a:rPr lang="en-US" b="1" dirty="0">
                <a:latin typeface="Arial Black" panose="020B0A04020102020204" pitchFamily="34" charset="0"/>
              </a:rPr>
              <a:t> </a:t>
            </a:r>
            <a:r>
              <a:rPr lang="en-US" b="1" dirty="0" err="1" smtClean="0">
                <a:latin typeface="Power Geez Unicode1" panose="00000400000000000000" pitchFamily="2" charset="0"/>
              </a:rPr>
              <a:t>በልግስና</a:t>
            </a:r>
            <a:r>
              <a:rPr lang="en-US" b="1" dirty="0" smtClean="0">
                <a:latin typeface="Power Geez Unicode1" panose="00000400000000000000" pitchFamily="2" charset="0"/>
              </a:rPr>
              <a:t> </a:t>
            </a:r>
            <a:r>
              <a:rPr lang="en-US" b="1" dirty="0" err="1" smtClean="0">
                <a:latin typeface="Power Geez Unicode1" panose="00000400000000000000" pitchFamily="2" charset="0"/>
              </a:rPr>
              <a:t>ስራዎች</a:t>
            </a:r>
            <a:r>
              <a:rPr lang="en-US" b="1" dirty="0" smtClean="0">
                <a:latin typeface="Power Geez Unicode1" panose="00000400000000000000" pitchFamily="2" charset="0"/>
              </a:rPr>
              <a:t> </a:t>
            </a:r>
            <a:r>
              <a:rPr lang="en-US" b="1" dirty="0" err="1" smtClean="0">
                <a:latin typeface="Power Geez Unicode1" panose="00000400000000000000" pitchFamily="2" charset="0"/>
              </a:rPr>
              <a:t>አማካይነት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መስክሩ</a:t>
            </a:r>
            <a:r>
              <a:rPr lang="en-US" b="1" dirty="0" smtClean="0">
                <a:latin typeface="Power Geez Unicode1" panose="00000400000000000000" pitchFamily="2" charset="0"/>
              </a:rPr>
              <a:t> (</a:t>
            </a:r>
            <a:r>
              <a:rPr lang="en-US" b="1" dirty="0" err="1" smtClean="0">
                <a:latin typeface="Power Geez Unicode1" panose="00000400000000000000" pitchFamily="2" charset="0"/>
              </a:rPr>
              <a:t>ሁለንተናዊ</a:t>
            </a:r>
            <a:r>
              <a:rPr lang="en-US" b="1" dirty="0" smtClean="0">
                <a:latin typeface="Power Geez Unicode1" panose="00000400000000000000" pitchFamily="2" charset="0"/>
              </a:rPr>
              <a:t> </a:t>
            </a:r>
            <a:r>
              <a:rPr lang="en-US" b="1" dirty="0" err="1" smtClean="0">
                <a:latin typeface="Power Geez Unicode1" panose="00000400000000000000" pitchFamily="2" charset="0"/>
              </a:rPr>
              <a:t>አገልግሎት</a:t>
            </a:r>
            <a:r>
              <a:rPr lang="en-US" b="1" dirty="0" smtClean="0">
                <a:latin typeface="Power Geez Unicode1" panose="00000400000000000000" pitchFamily="2" charset="0"/>
              </a:rPr>
              <a:t>)</a:t>
            </a:r>
          </a:p>
          <a:p>
            <a:pPr marL="0" indent="0">
              <a:lnSpc>
                <a:spcPct val="160000"/>
              </a:lnSpc>
              <a:buNone/>
            </a:pPr>
            <a:endParaRPr lang="en-US" b="1" dirty="0" smtClean="0">
              <a:latin typeface="Arial Black" panose="020B0A04020102020204" pitchFamily="34" charset="0"/>
            </a:endParaRPr>
          </a:p>
          <a:p>
            <a:pPr>
              <a:lnSpc>
                <a:spcPct val="160000"/>
              </a:lnSpc>
              <a:buFont typeface="Wingdings" panose="05000000000000000000" pitchFamily="2" charset="2"/>
              <a:buChar char="§"/>
            </a:pPr>
            <a:endParaRPr lang="en-US" b="1" dirty="0" smtClean="0">
              <a:latin typeface="Power Geez Unicode1" panose="00000400000000000000" pitchFamily="2" charset="0"/>
            </a:endParaRPr>
          </a:p>
          <a:p>
            <a:pPr>
              <a:lnSpc>
                <a:spcPct val="150000"/>
              </a:lnSpc>
              <a:buFont typeface="Wingdings" panose="05000000000000000000" pitchFamily="2" charset="2"/>
              <a:buChar char="§"/>
            </a:pPr>
            <a:endParaRPr lang="en-US" b="1" dirty="0" smtClean="0">
              <a:solidFill>
                <a:srgbClr val="00B050"/>
              </a:solidFill>
              <a:latin typeface="Arial Black" pitchFamily="34" charset="0"/>
            </a:endParaRPr>
          </a:p>
          <a:p>
            <a:pPr>
              <a:lnSpc>
                <a:spcPct val="150000"/>
              </a:lnSpc>
              <a:buFont typeface="Wingdings" panose="05000000000000000000" pitchFamily="2" charset="2"/>
              <a:buChar char="§"/>
            </a:pPr>
            <a:endParaRPr lang="en-US" b="1" dirty="0" smtClean="0">
              <a:latin typeface="Arial Black" pitchFamily="34" charset="0"/>
            </a:endParaRPr>
          </a:p>
          <a:p>
            <a:pPr>
              <a:lnSpc>
                <a:spcPct val="150000"/>
              </a:lnSpc>
              <a:buFont typeface="Wingdings" panose="05000000000000000000" pitchFamily="2" charset="2"/>
              <a:buChar char="§"/>
            </a:pPr>
            <a:endParaRPr lang="en-US" b="1" dirty="0" smtClean="0">
              <a:latin typeface="Arial Black" pitchFamily="34" charset="0"/>
            </a:endParaRP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311644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152400"/>
            <a:ext cx="8229600" cy="122238"/>
          </a:xfrm>
        </p:spPr>
        <p:txBody>
          <a:bodyPr>
            <a:normAutofit fontScale="90000"/>
          </a:bodyPr>
          <a:lstStyle/>
          <a:p>
            <a:endParaRPr lang="en-US" dirty="0"/>
          </a:p>
        </p:txBody>
      </p:sp>
      <p:sp>
        <p:nvSpPr>
          <p:cNvPr id="3" name="Content Placeholder 2"/>
          <p:cNvSpPr>
            <a:spLocks noGrp="1"/>
          </p:cNvSpPr>
          <p:nvPr>
            <p:ph idx="1"/>
          </p:nvPr>
        </p:nvSpPr>
        <p:spPr>
          <a:xfrm>
            <a:off x="152400" y="228600"/>
            <a:ext cx="8915400" cy="6400800"/>
          </a:xfrm>
        </p:spPr>
        <p:txBody>
          <a:bodyPr>
            <a:normAutofit fontScale="70000" lnSpcReduction="20000"/>
          </a:bodyPr>
          <a:lstStyle/>
          <a:p>
            <a:pPr>
              <a:lnSpc>
                <a:spcPct val="170000"/>
              </a:lnSpc>
              <a:buFont typeface="Wingdings" panose="05000000000000000000" pitchFamily="2" charset="2"/>
              <a:buChar char="v"/>
            </a:pP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ወንጌል</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ሙስሊሞች</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ሊቀበሉት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በሚችሉት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መንገድ</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መመስከር</a:t>
            </a:r>
            <a:r>
              <a:rPr lang="en-US" b="1" dirty="0" smtClean="0">
                <a:solidFill>
                  <a:srgbClr val="00B050"/>
                </a:solidFill>
                <a:latin typeface="Power Geez Unicode1" panose="00000400000000000000" pitchFamily="2" charset="0"/>
              </a:rPr>
              <a:t> </a:t>
            </a:r>
            <a:r>
              <a:rPr lang="en-US" b="1" dirty="0" err="1" smtClean="0">
                <a:solidFill>
                  <a:srgbClr val="00B050"/>
                </a:solidFill>
                <a:latin typeface="Power Geez Unicode1" panose="00000400000000000000" pitchFamily="2" charset="0"/>
              </a:rPr>
              <a:t>ያስፈልጋል</a:t>
            </a:r>
            <a:r>
              <a:rPr lang="en-US" b="1" dirty="0" smtClean="0">
                <a:solidFill>
                  <a:srgbClr val="00B050"/>
                </a:solidFill>
                <a:latin typeface="Power Geez Unicode1" panose="00000400000000000000" pitchFamily="2" charset="0"/>
              </a:rPr>
              <a:t>፡፡</a:t>
            </a: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ለሐይማኖታዊ</a:t>
            </a:r>
            <a:r>
              <a:rPr lang="en-US" b="1" dirty="0" smtClean="0">
                <a:latin typeface="Power Geez Unicode1" panose="00000400000000000000" pitchFamily="2" charset="0"/>
              </a:rPr>
              <a:t> </a:t>
            </a:r>
            <a:r>
              <a:rPr lang="en-US" b="1" dirty="0" err="1" smtClean="0">
                <a:latin typeface="Power Geez Unicode1" panose="00000400000000000000" pitchFamily="2" charset="0"/>
              </a:rPr>
              <a:t>ጭውውት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አመቺ</a:t>
            </a:r>
            <a:r>
              <a:rPr lang="en-US" b="1" dirty="0" smtClean="0">
                <a:latin typeface="Power Geez Unicode1" panose="00000400000000000000" pitchFamily="2" charset="0"/>
              </a:rPr>
              <a:t> </a:t>
            </a:r>
            <a:r>
              <a:rPr lang="en-US" b="1" dirty="0" err="1" smtClean="0">
                <a:latin typeface="Power Geez Unicode1" panose="00000400000000000000" pitchFamily="2" charset="0"/>
              </a:rPr>
              <a:t>ቦታና</a:t>
            </a:r>
            <a:r>
              <a:rPr lang="en-US" b="1" dirty="0" smtClean="0">
                <a:latin typeface="Power Geez Unicode1" panose="00000400000000000000" pitchFamily="2" charset="0"/>
              </a:rPr>
              <a:t> </a:t>
            </a:r>
            <a:r>
              <a:rPr lang="en-US" b="1" dirty="0" err="1" smtClean="0">
                <a:latin typeface="Power Geez Unicode1" panose="00000400000000000000" pitchFamily="2" charset="0"/>
              </a:rPr>
              <a:t>ጊዜ</a:t>
            </a:r>
            <a:r>
              <a:rPr lang="en-US" b="1" dirty="0" smtClean="0">
                <a:latin typeface="Power Geez Unicode1" panose="00000400000000000000" pitchFamily="2" charset="0"/>
              </a:rPr>
              <a:t> </a:t>
            </a:r>
            <a:r>
              <a:rPr lang="en-US" b="1" dirty="0" err="1" smtClean="0">
                <a:latin typeface="Power Geez Unicode1" panose="00000400000000000000" pitchFamily="2" charset="0"/>
              </a:rPr>
              <a:t>ምረጡ</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err="1" smtClean="0">
                <a:latin typeface="Power Geez Unicode1" panose="00000400000000000000" pitchFamily="2" charset="0"/>
              </a:rPr>
              <a:t>እግዚአብሄር</a:t>
            </a:r>
            <a:r>
              <a:rPr lang="en-US" b="1" dirty="0" smtClean="0">
                <a:latin typeface="Power Geez Unicode1" panose="00000400000000000000" pitchFamily="2" charset="0"/>
              </a:rPr>
              <a:t> </a:t>
            </a:r>
            <a:r>
              <a:rPr lang="en-US" b="1" dirty="0" err="1" smtClean="0">
                <a:latin typeface="Power Geez Unicode1" panose="00000400000000000000" pitchFamily="2" charset="0"/>
              </a:rPr>
              <a:t>በልባቸው</a:t>
            </a:r>
            <a:r>
              <a:rPr lang="en-US" b="1" dirty="0" smtClean="0">
                <a:latin typeface="Power Geez Unicode1" panose="00000400000000000000" pitchFamily="2" charset="0"/>
              </a:rPr>
              <a:t> </a:t>
            </a:r>
            <a:r>
              <a:rPr lang="en-US" b="1" dirty="0" err="1" smtClean="0">
                <a:latin typeface="Power Geez Unicode1" panose="00000400000000000000" pitchFamily="2" charset="0"/>
              </a:rPr>
              <a:t>ባስቀመጠው</a:t>
            </a:r>
            <a:r>
              <a:rPr lang="en-US" b="1" dirty="0" smtClean="0">
                <a:latin typeface="Power Geez Unicode1" panose="00000400000000000000" pitchFamily="2" charset="0"/>
              </a:rPr>
              <a:t> </a:t>
            </a:r>
            <a:r>
              <a:rPr lang="en-US" b="1" dirty="0" err="1" smtClean="0">
                <a:latin typeface="Power Geez Unicode1" panose="00000400000000000000" pitchFamily="2" charset="0"/>
              </a:rPr>
              <a:t>እውነት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ላይ</a:t>
            </a:r>
            <a:r>
              <a:rPr lang="en-US" b="1" dirty="0" smtClean="0">
                <a:latin typeface="Power Geez Unicode1" panose="00000400000000000000" pitchFamily="2" charset="0"/>
              </a:rPr>
              <a:t> </a:t>
            </a:r>
            <a:r>
              <a:rPr lang="en-US" b="1" dirty="0" err="1" smtClean="0">
                <a:latin typeface="Power Geez Unicode1" panose="00000400000000000000" pitchFamily="2" charset="0"/>
              </a:rPr>
              <a:t>መገንባት</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አለብን</a:t>
            </a:r>
            <a:r>
              <a:rPr lang="en-US" b="1" dirty="0" smtClean="0">
                <a:latin typeface="Power Geez Unicode1" panose="00000400000000000000" pitchFamily="2" charset="0"/>
              </a:rPr>
              <a:t> (</a:t>
            </a:r>
            <a:r>
              <a:rPr lang="en-US" b="1" dirty="0" err="1" smtClean="0">
                <a:latin typeface="Power Geez Unicode1" panose="00000400000000000000" pitchFamily="2" charset="0"/>
              </a:rPr>
              <a:t>ሮሜ</a:t>
            </a:r>
            <a:r>
              <a:rPr lang="en-US" b="1" dirty="0" smtClean="0">
                <a:latin typeface="Power Geez Unicode1" panose="00000400000000000000" pitchFamily="2" charset="0"/>
              </a:rPr>
              <a:t> 2፡15፤ </a:t>
            </a:r>
            <a:r>
              <a:rPr lang="en-US" b="1" dirty="0" err="1" smtClean="0">
                <a:latin typeface="Power Geez Unicode1" panose="00000400000000000000" pitchFamily="2" charset="0"/>
              </a:rPr>
              <a:t>ሐዋ</a:t>
            </a:r>
            <a:r>
              <a:rPr lang="en-US" b="1" dirty="0" smtClean="0">
                <a:latin typeface="Power Geez Unicode1" panose="00000400000000000000" pitchFamily="2" charset="0"/>
              </a:rPr>
              <a:t> 17፡22-34)</a:t>
            </a:r>
          </a:p>
          <a:p>
            <a:pPr>
              <a:lnSpc>
                <a:spcPct val="170000"/>
              </a:lnSpc>
              <a:buFont typeface="Wingdings" panose="05000000000000000000" pitchFamily="2" charset="2"/>
              <a:buChar char="§"/>
            </a:pPr>
            <a:r>
              <a:rPr lang="en-US" b="1" dirty="0" err="1" smtClean="0">
                <a:latin typeface="Power Geez Unicode1" panose="00000400000000000000" pitchFamily="2" charset="0"/>
              </a:rPr>
              <a:t>መጽሐፍ</a:t>
            </a:r>
            <a:r>
              <a:rPr lang="en-US" b="1" dirty="0" smtClean="0">
                <a:latin typeface="Power Geez Unicode1" panose="00000400000000000000" pitchFamily="2" charset="0"/>
              </a:rPr>
              <a:t> </a:t>
            </a:r>
            <a:r>
              <a:rPr lang="en-US" b="1" dirty="0" err="1" smtClean="0">
                <a:latin typeface="Power Geez Unicode1" panose="00000400000000000000" pitchFamily="2" charset="0"/>
              </a:rPr>
              <a:t>ቅዱሳዊ</a:t>
            </a:r>
            <a:r>
              <a:rPr lang="en-US" b="1" dirty="0" smtClean="0">
                <a:latin typeface="Power Geez Unicode1" panose="00000400000000000000" pitchFamily="2" charset="0"/>
              </a:rPr>
              <a:t> </a:t>
            </a:r>
            <a:r>
              <a:rPr lang="en-US" b="1" dirty="0" err="1" smtClean="0">
                <a:latin typeface="Power Geez Unicode1" panose="00000400000000000000" pitchFamily="2" charset="0"/>
              </a:rPr>
              <a:t>ትምህርቶችን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በቅደም</a:t>
            </a:r>
            <a:r>
              <a:rPr lang="en-US" b="1" dirty="0" smtClean="0">
                <a:latin typeface="Power Geez Unicode1" panose="00000400000000000000" pitchFamily="2" charset="0"/>
              </a:rPr>
              <a:t> </a:t>
            </a:r>
            <a:r>
              <a:rPr lang="en-US" b="1" dirty="0" err="1" smtClean="0">
                <a:latin typeface="Power Geez Unicode1" panose="00000400000000000000" pitchFamily="2" charset="0"/>
              </a:rPr>
              <a:t>ተከተል</a:t>
            </a:r>
            <a:r>
              <a:rPr lang="en-US" b="1" dirty="0" smtClean="0">
                <a:latin typeface="Power Geez Unicode1" panose="00000400000000000000" pitchFamily="2" charset="0"/>
              </a:rPr>
              <a:t> </a:t>
            </a:r>
            <a:r>
              <a:rPr lang="en-US" b="1" dirty="0" err="1" smtClean="0">
                <a:latin typeface="Power Geez Unicode1" panose="00000400000000000000" pitchFamily="2" charset="0"/>
              </a:rPr>
              <a:t>ማስተማር</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err="1" smtClean="0">
                <a:latin typeface="Power Geez Unicode1" panose="00000400000000000000" pitchFamily="2" charset="0"/>
              </a:rPr>
              <a:t>የራሳችሁን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የህይወት</a:t>
            </a:r>
            <a:r>
              <a:rPr lang="en-US" b="1" dirty="0" smtClean="0">
                <a:latin typeface="Power Geez Unicode1" panose="00000400000000000000" pitchFamily="2" charset="0"/>
              </a:rPr>
              <a:t> </a:t>
            </a:r>
            <a:r>
              <a:rPr lang="en-US" b="1" dirty="0" err="1" smtClean="0">
                <a:latin typeface="Power Geez Unicode1" panose="00000400000000000000" pitchFamily="2" charset="0"/>
              </a:rPr>
              <a:t>ምስክርነት</a:t>
            </a:r>
            <a:r>
              <a:rPr lang="en-US" b="1" dirty="0" smtClean="0">
                <a:latin typeface="Power Geez Unicode1" panose="00000400000000000000" pitchFamily="2" charset="0"/>
              </a:rPr>
              <a:t> </a:t>
            </a:r>
            <a:r>
              <a:rPr lang="en-US" b="1" dirty="0" err="1" smtClean="0">
                <a:latin typeface="Power Geez Unicode1" panose="00000400000000000000" pitchFamily="2" charset="0"/>
              </a:rPr>
              <a:t>እና</a:t>
            </a:r>
            <a:r>
              <a:rPr lang="en-US" b="1" dirty="0" smtClean="0">
                <a:latin typeface="Power Geez Unicode1" panose="00000400000000000000" pitchFamily="2" charset="0"/>
              </a:rPr>
              <a:t> </a:t>
            </a:r>
            <a:r>
              <a:rPr lang="en-US" b="1" dirty="0" err="1" smtClean="0">
                <a:latin typeface="Power Geez Unicode1" panose="00000400000000000000" pitchFamily="2" charset="0"/>
              </a:rPr>
              <a:t>ባህላዊ</a:t>
            </a:r>
            <a:r>
              <a:rPr lang="en-US" b="1" dirty="0" smtClean="0">
                <a:latin typeface="Power Geez Unicode1" panose="00000400000000000000" pitchFamily="2" charset="0"/>
              </a:rPr>
              <a:t> </a:t>
            </a:r>
            <a:r>
              <a:rPr lang="en-US" b="1" dirty="0" err="1" smtClean="0">
                <a:latin typeface="Power Geez Unicode1" panose="00000400000000000000" pitchFamily="2" charset="0"/>
              </a:rPr>
              <a:t>ታሪኮችን</a:t>
            </a:r>
            <a:r>
              <a:rPr lang="en-US" b="1" dirty="0" smtClean="0">
                <a:latin typeface="Power Geez Unicode1" panose="00000400000000000000" pitchFamily="2" charset="0"/>
              </a:rPr>
              <a:t> </a:t>
            </a:r>
            <a:r>
              <a:rPr lang="en-US" b="1" dirty="0" err="1" smtClean="0">
                <a:latin typeface="Power Geez Unicode1" panose="00000400000000000000" pitchFamily="2" charset="0"/>
              </a:rPr>
              <a:t>በመጠቀም</a:t>
            </a:r>
            <a:r>
              <a:rPr lang="en-US" b="1" dirty="0" smtClean="0">
                <a:latin typeface="Power Geez Unicode1" panose="00000400000000000000" pitchFamily="2" charset="0"/>
              </a:rPr>
              <a:t> </a:t>
            </a:r>
            <a:r>
              <a:rPr lang="en-US" b="1" dirty="0" err="1" smtClean="0">
                <a:latin typeface="Power Geez Unicode1" panose="00000400000000000000" pitchFamily="2" charset="0"/>
              </a:rPr>
              <a:t>መስክሩ</a:t>
            </a:r>
            <a:endParaRPr lang="en-US" b="1" dirty="0" smtClean="0">
              <a:latin typeface="Power Geez Unicode1" panose="00000400000000000000" pitchFamily="2" charset="0"/>
            </a:endParaRP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ተከራካሪ</a:t>
            </a:r>
            <a:r>
              <a:rPr lang="en-US" b="1" dirty="0" smtClean="0">
                <a:latin typeface="Power Geez Unicode1" panose="00000400000000000000" pitchFamily="2" charset="0"/>
              </a:rPr>
              <a:t> </a:t>
            </a:r>
            <a:r>
              <a:rPr lang="en-US" b="1" dirty="0" err="1" smtClean="0">
                <a:latin typeface="Power Geez Unicode1" panose="00000400000000000000" pitchFamily="2" charset="0"/>
              </a:rPr>
              <a:t>ከመሆን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ይልቅ</a:t>
            </a:r>
            <a:r>
              <a:rPr lang="en-US" b="1" dirty="0" smtClean="0">
                <a:latin typeface="Power Geez Unicode1" panose="00000400000000000000" pitchFamily="2" charset="0"/>
              </a:rPr>
              <a:t> </a:t>
            </a:r>
            <a:r>
              <a:rPr lang="en-US" b="1" dirty="0" err="1" smtClean="0">
                <a:latin typeface="Power Geez Unicode1" panose="00000400000000000000" pitchFamily="2" charset="0"/>
              </a:rPr>
              <a:t>እውነትን</a:t>
            </a:r>
            <a:r>
              <a:rPr lang="en-US" b="1" dirty="0" smtClean="0">
                <a:latin typeface="Power Geez Unicode1" panose="00000400000000000000" pitchFamily="2" charset="0"/>
              </a:rPr>
              <a:t> </a:t>
            </a:r>
            <a:r>
              <a:rPr lang="en-US" b="1" dirty="0" err="1" smtClean="0">
                <a:latin typeface="Power Geez Unicode1" panose="00000400000000000000" pitchFamily="2" charset="0"/>
              </a:rPr>
              <a:t>ተናጋሪ</a:t>
            </a:r>
            <a:r>
              <a:rPr lang="en-US" b="1" dirty="0" smtClean="0">
                <a:latin typeface="Power Geez Unicode1" panose="00000400000000000000" pitchFamily="2" charset="0"/>
              </a:rPr>
              <a:t> </a:t>
            </a:r>
            <a:r>
              <a:rPr lang="en-US" b="1" dirty="0" err="1" smtClean="0">
                <a:latin typeface="Power Geez Unicode1" panose="00000400000000000000" pitchFamily="2" charset="0"/>
              </a:rPr>
              <a:t>መሆን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ያስፈልጋል</a:t>
            </a:r>
            <a:r>
              <a:rPr lang="en-US" b="1" dirty="0" smtClean="0">
                <a:latin typeface="Power Geez Unicode1" panose="00000400000000000000" pitchFamily="2" charset="0"/>
              </a:rPr>
              <a:t>፡፡</a:t>
            </a:r>
          </a:p>
          <a:p>
            <a:pPr>
              <a:lnSpc>
                <a:spcPct val="170000"/>
              </a:lnSpc>
              <a:buFont typeface="Wingdings" panose="05000000000000000000" pitchFamily="2" charset="2"/>
              <a:buChar char="§"/>
            </a:pPr>
            <a:r>
              <a:rPr lang="en-US" b="1" dirty="0">
                <a:latin typeface="Power Geez Unicode1" panose="00000400000000000000" pitchFamily="2" charset="0"/>
              </a:rPr>
              <a:t> </a:t>
            </a:r>
            <a:r>
              <a:rPr lang="en-US" b="1" dirty="0" err="1" smtClean="0">
                <a:latin typeface="Power Geez Unicode1" panose="00000400000000000000" pitchFamily="2" charset="0"/>
              </a:rPr>
              <a:t>እኛ</a:t>
            </a:r>
            <a:r>
              <a:rPr lang="en-US" b="1" dirty="0" smtClean="0">
                <a:latin typeface="Power Geez Unicode1" panose="00000400000000000000" pitchFamily="2" charset="0"/>
              </a:rPr>
              <a:t> </a:t>
            </a:r>
            <a:r>
              <a:rPr lang="en-US" b="1" dirty="0" err="1" smtClean="0">
                <a:latin typeface="Power Geez Unicode1" panose="00000400000000000000" pitchFamily="2" charset="0"/>
              </a:rPr>
              <a:t>ብቻ</a:t>
            </a:r>
            <a:r>
              <a:rPr lang="en-US" b="1" dirty="0" smtClean="0">
                <a:latin typeface="Power Geez Unicode1" panose="00000400000000000000" pitchFamily="2" charset="0"/>
              </a:rPr>
              <a:t> </a:t>
            </a:r>
            <a:r>
              <a:rPr lang="en-US" b="1" dirty="0" err="1" smtClean="0">
                <a:latin typeface="Power Geez Unicode1" panose="00000400000000000000" pitchFamily="2" charset="0"/>
              </a:rPr>
              <a:t>ተናጋሪ</a:t>
            </a:r>
            <a:r>
              <a:rPr lang="en-US" b="1" dirty="0" smtClean="0">
                <a:latin typeface="Power Geez Unicode1" panose="00000400000000000000" pitchFamily="2" charset="0"/>
              </a:rPr>
              <a:t> </a:t>
            </a:r>
            <a:r>
              <a:rPr lang="en-US" b="1" dirty="0" err="1" smtClean="0">
                <a:latin typeface="Power Geez Unicode1" panose="00000400000000000000" pitchFamily="2" charset="0"/>
              </a:rPr>
              <a:t>መሆን</a:t>
            </a:r>
            <a:r>
              <a:rPr lang="en-US" b="1" dirty="0" smtClean="0">
                <a:latin typeface="Power Geez Unicode1" panose="00000400000000000000" pitchFamily="2" charset="0"/>
              </a:rPr>
              <a:t> </a:t>
            </a:r>
            <a:r>
              <a:rPr lang="en-US" b="1" dirty="0" err="1" smtClean="0">
                <a:latin typeface="Power Geez Unicode1" panose="00000400000000000000" pitchFamily="2" charset="0"/>
              </a:rPr>
              <a:t>የለብንም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እነርሱንም</a:t>
            </a:r>
            <a:r>
              <a:rPr lang="en-US" b="1" dirty="0" smtClean="0">
                <a:latin typeface="Power Geez Unicode1" panose="00000400000000000000" pitchFamily="2" charset="0"/>
              </a:rPr>
              <a:t> </a:t>
            </a:r>
            <a:r>
              <a:rPr lang="en-US" b="1" dirty="0" err="1" smtClean="0">
                <a:latin typeface="Power Geez Unicode1" panose="00000400000000000000" pitchFamily="2" charset="0"/>
              </a:rPr>
              <a:t>ማዳመጥ</a:t>
            </a:r>
            <a:r>
              <a:rPr lang="en-US" b="1" dirty="0" smtClean="0">
                <a:latin typeface="Power Geez Unicode1" panose="00000400000000000000" pitchFamily="2" charset="0"/>
              </a:rPr>
              <a:t> </a:t>
            </a:r>
            <a:r>
              <a:rPr lang="en-US" b="1" dirty="0" err="1" smtClean="0">
                <a:latin typeface="Power Geez Unicode1" panose="00000400000000000000" pitchFamily="2" charset="0"/>
              </a:rPr>
              <a:t>አለብን</a:t>
            </a:r>
            <a:r>
              <a:rPr lang="en-US" b="1" dirty="0" smtClean="0">
                <a:latin typeface="Power Geez Unicode1" panose="00000400000000000000" pitchFamily="2" charset="0"/>
              </a:rPr>
              <a:t>፡፡</a:t>
            </a:r>
            <a:endParaRPr lang="en-US" dirty="0"/>
          </a:p>
        </p:txBody>
      </p:sp>
    </p:spTree>
    <p:extLst>
      <p:ext uri="{BB962C8B-B14F-4D97-AF65-F5344CB8AC3E}">
        <p14:creationId xmlns:p14="http://schemas.microsoft.com/office/powerpoint/2010/main" val="169159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0"/>
            <a:ext cx="8229600" cy="274638"/>
          </a:xfrm>
        </p:spPr>
        <p:txBody>
          <a:bodyPr>
            <a:normAutofit fontScale="90000"/>
          </a:bodyPr>
          <a:lstStyle/>
          <a:p>
            <a:endParaRPr lang="en-US" dirty="0"/>
          </a:p>
        </p:txBody>
      </p:sp>
      <p:sp>
        <p:nvSpPr>
          <p:cNvPr id="3" name="Content Placeholder 2"/>
          <p:cNvSpPr>
            <a:spLocks noGrp="1"/>
          </p:cNvSpPr>
          <p:nvPr>
            <p:ph idx="1"/>
          </p:nvPr>
        </p:nvSpPr>
        <p:spPr>
          <a:xfrm>
            <a:off x="152400" y="304800"/>
            <a:ext cx="8839200" cy="6477000"/>
          </a:xfrm>
        </p:spPr>
        <p:txBody>
          <a:bodyPr>
            <a:normAutofit/>
          </a:bodyPr>
          <a:lstStyle/>
          <a:p>
            <a:pPr>
              <a:buFont typeface="Wingdings" panose="05000000000000000000" pitchFamily="2" charset="2"/>
              <a:buChar char="§"/>
            </a:pPr>
            <a:endParaRPr lang="en-US" dirty="0"/>
          </a:p>
        </p:txBody>
      </p:sp>
    </p:spTree>
    <p:extLst>
      <p:ext uri="{BB962C8B-B14F-4D97-AF65-F5344CB8AC3E}">
        <p14:creationId xmlns:p14="http://schemas.microsoft.com/office/powerpoint/2010/main" val="1636302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326</TotalTime>
  <Words>777</Words>
  <Application>Microsoft Office PowerPoint</Application>
  <PresentationFormat>On-screen Show (4:3)</PresentationFormat>
  <Paragraphs>64</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ስለ መሐመድ መምጣት በመጽሐፍ ቅዱስ ተጽፎአልን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ስለ መሐመድ መምጣት በመጽሐፍ ቅዱስ ተጽፎአልን</dc:title>
  <dc:creator>Windows User</dc:creator>
  <cp:lastModifiedBy>Windows User</cp:lastModifiedBy>
  <cp:revision>24</cp:revision>
  <dcterms:created xsi:type="dcterms:W3CDTF">2025-08-25T06:09:59Z</dcterms:created>
  <dcterms:modified xsi:type="dcterms:W3CDTF">2025-09-01T20:40:27Z</dcterms:modified>
</cp:coreProperties>
</file>