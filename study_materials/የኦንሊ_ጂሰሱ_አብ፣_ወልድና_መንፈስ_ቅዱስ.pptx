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2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Tesfaye Robele" userId="95ee96a365509d4a" providerId="LiveId" clId="{D439CBBB-71EB-474D-B417-2234E55673C0}"/>
    <pc:docChg chg="undo custSel addSld modSld sldOrd">
      <pc:chgData name="Dr. Tesfaye Robele" userId="95ee96a365509d4a" providerId="LiveId" clId="{D439CBBB-71EB-474D-B417-2234E55673C0}" dt="2025-12-11T11:38:10.318" v="925"/>
      <pc:docMkLst>
        <pc:docMk/>
      </pc:docMkLst>
      <pc:sldChg chg="modAnim">
        <pc:chgData name="Dr. Tesfaye Robele" userId="95ee96a365509d4a" providerId="LiveId" clId="{D439CBBB-71EB-474D-B417-2234E55673C0}" dt="2025-12-11T11:15:49.537" v="799"/>
        <pc:sldMkLst>
          <pc:docMk/>
          <pc:sldMk cId="3693640800" sldId="257"/>
        </pc:sldMkLst>
      </pc:sldChg>
      <pc:sldChg chg="modSp mod modAnim">
        <pc:chgData name="Dr. Tesfaye Robele" userId="95ee96a365509d4a" providerId="LiveId" clId="{D439CBBB-71EB-474D-B417-2234E55673C0}" dt="2025-12-11T11:16:20.672" v="813" actId="1036"/>
        <pc:sldMkLst>
          <pc:docMk/>
          <pc:sldMk cId="1987937641" sldId="258"/>
        </pc:sldMkLst>
        <pc:picChg chg="mod">
          <ac:chgData name="Dr. Tesfaye Robele" userId="95ee96a365509d4a" providerId="LiveId" clId="{D439CBBB-71EB-474D-B417-2234E55673C0}" dt="2025-12-11T11:16:20.672" v="813" actId="1036"/>
          <ac:picMkLst>
            <pc:docMk/>
            <pc:sldMk cId="1987937641" sldId="258"/>
            <ac:picMk id="4" creationId="{2F0697D3-3E2C-7ECD-5E26-CE26E7A3F489}"/>
          </ac:picMkLst>
        </pc:picChg>
      </pc:sldChg>
      <pc:sldChg chg="modAnim">
        <pc:chgData name="Dr. Tesfaye Robele" userId="95ee96a365509d4a" providerId="LiveId" clId="{D439CBBB-71EB-474D-B417-2234E55673C0}" dt="2025-12-11T11:16:35.216" v="815"/>
        <pc:sldMkLst>
          <pc:docMk/>
          <pc:sldMk cId="2068682972" sldId="259"/>
        </pc:sldMkLst>
      </pc:sldChg>
      <pc:sldChg chg="modAnim">
        <pc:chgData name="Dr. Tesfaye Robele" userId="95ee96a365509d4a" providerId="LiveId" clId="{D439CBBB-71EB-474D-B417-2234E55673C0}" dt="2025-12-11T11:16:55.802" v="817"/>
        <pc:sldMkLst>
          <pc:docMk/>
          <pc:sldMk cId="1803973973" sldId="260"/>
        </pc:sldMkLst>
      </pc:sldChg>
      <pc:sldChg chg="addSp delSp modSp mod modAnim">
        <pc:chgData name="Dr. Tesfaye Robele" userId="95ee96a365509d4a" providerId="LiveId" clId="{D439CBBB-71EB-474D-B417-2234E55673C0}" dt="2025-12-11T11:17:39.673" v="821"/>
        <pc:sldMkLst>
          <pc:docMk/>
          <pc:sldMk cId="2329495707" sldId="261"/>
        </pc:sldMkLst>
        <pc:spChg chg="mod">
          <ac:chgData name="Dr. Tesfaye Robele" userId="95ee96a365509d4a" providerId="LiveId" clId="{D439CBBB-71EB-474D-B417-2234E55673C0}" dt="2025-12-11T08:34:59.572" v="13" actId="12"/>
          <ac:spMkLst>
            <pc:docMk/>
            <pc:sldMk cId="2329495707" sldId="261"/>
            <ac:spMk id="3" creationId="{6718CFBD-6419-3E1E-5E27-BB4880F6EA78}"/>
          </ac:spMkLst>
        </pc:spChg>
        <pc:spChg chg="add mod">
          <ac:chgData name="Dr. Tesfaye Robele" userId="95ee96a365509d4a" providerId="LiveId" clId="{D439CBBB-71EB-474D-B417-2234E55673C0}" dt="2025-12-11T08:35:16.646" v="14" actId="948"/>
          <ac:spMkLst>
            <pc:docMk/>
            <pc:sldMk cId="2329495707" sldId="261"/>
            <ac:spMk id="7" creationId="{B8AE30E3-96BC-B431-EE0A-F4465D9D9349}"/>
          </ac:spMkLst>
        </pc:spChg>
      </pc:sldChg>
      <pc:sldChg chg="addSp delSp modSp mod modAnim">
        <pc:chgData name="Dr. Tesfaye Robele" userId="95ee96a365509d4a" providerId="LiveId" clId="{D439CBBB-71EB-474D-B417-2234E55673C0}" dt="2025-12-11T11:18:05.133" v="824"/>
        <pc:sldMkLst>
          <pc:docMk/>
          <pc:sldMk cId="154970183" sldId="262"/>
        </pc:sldMkLst>
        <pc:spChg chg="add mod">
          <ac:chgData name="Dr. Tesfaye Robele" userId="95ee96a365509d4a" providerId="LiveId" clId="{D439CBBB-71EB-474D-B417-2234E55673C0}" dt="2025-12-11T08:41:09.973" v="38" actId="20577"/>
          <ac:spMkLst>
            <pc:docMk/>
            <pc:sldMk cId="154970183" sldId="262"/>
            <ac:spMk id="3" creationId="{D5380798-2D5A-705E-612B-C96FE8D5B89B}"/>
          </ac:spMkLst>
        </pc:spChg>
        <pc:spChg chg="add mod">
          <ac:chgData name="Dr. Tesfaye Robele" userId="95ee96a365509d4a" providerId="LiveId" clId="{D439CBBB-71EB-474D-B417-2234E55673C0}" dt="2025-12-11T08:45:11.864" v="41" actId="1076"/>
          <ac:spMkLst>
            <pc:docMk/>
            <pc:sldMk cId="154970183" sldId="262"/>
            <ac:spMk id="6" creationId="{811550EE-A19A-AF6B-91D3-E633F8FEFA15}"/>
          </ac:spMkLst>
        </pc:spChg>
      </pc:sldChg>
      <pc:sldChg chg="addSp modSp mod modAnim">
        <pc:chgData name="Dr. Tesfaye Robele" userId="95ee96a365509d4a" providerId="LiveId" clId="{D439CBBB-71EB-474D-B417-2234E55673C0}" dt="2025-12-11T11:18:43.712" v="825"/>
        <pc:sldMkLst>
          <pc:docMk/>
          <pc:sldMk cId="2376259487" sldId="263"/>
        </pc:sldMkLst>
        <pc:spChg chg="add mod">
          <ac:chgData name="Dr. Tesfaye Robele" userId="95ee96a365509d4a" providerId="LiveId" clId="{D439CBBB-71EB-474D-B417-2234E55673C0}" dt="2025-12-11T08:46:14.677" v="49" actId="255"/>
          <ac:spMkLst>
            <pc:docMk/>
            <pc:sldMk cId="2376259487" sldId="263"/>
            <ac:spMk id="3" creationId="{D74FD83F-7CF3-FCA8-CD09-E622FE9B16F2}"/>
          </ac:spMkLst>
        </pc:spChg>
      </pc:sldChg>
      <pc:sldChg chg="addSp modSp mod modAnim">
        <pc:chgData name="Dr. Tesfaye Robele" userId="95ee96a365509d4a" providerId="LiveId" clId="{D439CBBB-71EB-474D-B417-2234E55673C0}" dt="2025-12-11T11:18:54.560" v="826"/>
        <pc:sldMkLst>
          <pc:docMk/>
          <pc:sldMk cId="3894587204" sldId="264"/>
        </pc:sldMkLst>
        <pc:spChg chg="add mod">
          <ac:chgData name="Dr. Tesfaye Robele" userId="95ee96a365509d4a" providerId="LiveId" clId="{D439CBBB-71EB-474D-B417-2234E55673C0}" dt="2025-12-11T08:47:44.756" v="57" actId="255"/>
          <ac:spMkLst>
            <pc:docMk/>
            <pc:sldMk cId="3894587204" sldId="264"/>
            <ac:spMk id="3" creationId="{EED863B3-556B-E7A9-92CC-ECECB4BFC8F5}"/>
          </ac:spMkLst>
        </pc:spChg>
      </pc:sldChg>
      <pc:sldChg chg="addSp modSp mod modAnim">
        <pc:chgData name="Dr. Tesfaye Robele" userId="95ee96a365509d4a" providerId="LiveId" clId="{D439CBBB-71EB-474D-B417-2234E55673C0}" dt="2025-12-11T11:19:06.695" v="827"/>
        <pc:sldMkLst>
          <pc:docMk/>
          <pc:sldMk cId="3654359873" sldId="265"/>
        </pc:sldMkLst>
        <pc:spChg chg="add mod">
          <ac:chgData name="Dr. Tesfaye Robele" userId="95ee96a365509d4a" providerId="LiveId" clId="{D439CBBB-71EB-474D-B417-2234E55673C0}" dt="2025-12-11T08:48:35.422" v="64" actId="1076"/>
          <ac:spMkLst>
            <pc:docMk/>
            <pc:sldMk cId="3654359873" sldId="265"/>
            <ac:spMk id="3" creationId="{8994231A-FB0D-24CD-23F7-7262E532C979}"/>
          </ac:spMkLst>
        </pc:spChg>
      </pc:sldChg>
      <pc:sldChg chg="addSp modSp mod modAnim">
        <pc:chgData name="Dr. Tesfaye Robele" userId="95ee96a365509d4a" providerId="LiveId" clId="{D439CBBB-71EB-474D-B417-2234E55673C0}" dt="2025-12-11T11:19:23.828" v="829"/>
        <pc:sldMkLst>
          <pc:docMk/>
          <pc:sldMk cId="2725022948" sldId="266"/>
        </pc:sldMkLst>
        <pc:spChg chg="add mod">
          <ac:chgData name="Dr. Tesfaye Robele" userId="95ee96a365509d4a" providerId="LiveId" clId="{D439CBBB-71EB-474D-B417-2234E55673C0}" dt="2025-12-11T09:57:42.692" v="117" actId="14100"/>
          <ac:spMkLst>
            <pc:docMk/>
            <pc:sldMk cId="2725022948" sldId="266"/>
            <ac:spMk id="4" creationId="{8F39D8EB-9D51-2F8E-729E-A0E8330BC291}"/>
          </ac:spMkLst>
        </pc:spChg>
        <pc:picChg chg="add mod">
          <ac:chgData name="Dr. Tesfaye Robele" userId="95ee96a365509d4a" providerId="LiveId" clId="{D439CBBB-71EB-474D-B417-2234E55673C0}" dt="2025-12-11T09:57:50.560" v="146" actId="1036"/>
          <ac:picMkLst>
            <pc:docMk/>
            <pc:sldMk cId="2725022948" sldId="266"/>
            <ac:picMk id="2" creationId="{1ECFC79A-17C5-ED3E-0D60-674D5DA15474}"/>
          </ac:picMkLst>
        </pc:picChg>
      </pc:sldChg>
      <pc:sldChg chg="addSp modSp mod modAnim">
        <pc:chgData name="Dr. Tesfaye Robele" userId="95ee96a365509d4a" providerId="LiveId" clId="{D439CBBB-71EB-474D-B417-2234E55673C0}" dt="2025-12-11T11:19:33.138" v="830"/>
        <pc:sldMkLst>
          <pc:docMk/>
          <pc:sldMk cId="3364976743" sldId="267"/>
        </pc:sldMkLst>
        <pc:spChg chg="add mod">
          <ac:chgData name="Dr. Tesfaye Robele" userId="95ee96a365509d4a" providerId="LiveId" clId="{D439CBBB-71EB-474D-B417-2234E55673C0}" dt="2025-12-11T09:59:26.679" v="204" actId="20577"/>
          <ac:spMkLst>
            <pc:docMk/>
            <pc:sldMk cId="3364976743" sldId="267"/>
            <ac:spMk id="3" creationId="{19DACB19-A1EE-D182-91F9-0645C78AF5E1}"/>
          </ac:spMkLst>
        </pc:spChg>
      </pc:sldChg>
      <pc:sldChg chg="addSp modSp mod modAnim">
        <pc:chgData name="Dr. Tesfaye Robele" userId="95ee96a365509d4a" providerId="LiveId" clId="{D439CBBB-71EB-474D-B417-2234E55673C0}" dt="2025-12-11T11:21:14.207" v="840"/>
        <pc:sldMkLst>
          <pc:docMk/>
          <pc:sldMk cId="1159958331" sldId="268"/>
        </pc:sldMkLst>
        <pc:spChg chg="add mod">
          <ac:chgData name="Dr. Tesfaye Robele" userId="95ee96a365509d4a" providerId="LiveId" clId="{D439CBBB-71EB-474D-B417-2234E55673C0}" dt="2025-12-11T11:20:56.750" v="838" actId="123"/>
          <ac:spMkLst>
            <pc:docMk/>
            <pc:sldMk cId="1159958331" sldId="268"/>
            <ac:spMk id="3" creationId="{F1503D34-1C93-2A23-734E-9AE50B80CC81}"/>
          </ac:spMkLst>
        </pc:spChg>
      </pc:sldChg>
      <pc:sldChg chg="addSp modSp mod modAnim">
        <pc:chgData name="Dr. Tesfaye Robele" userId="95ee96a365509d4a" providerId="LiveId" clId="{D439CBBB-71EB-474D-B417-2234E55673C0}" dt="2025-12-11T11:24:13.560" v="852"/>
        <pc:sldMkLst>
          <pc:docMk/>
          <pc:sldMk cId="3960459468" sldId="269"/>
        </pc:sldMkLst>
        <pc:spChg chg="add mod">
          <ac:chgData name="Dr. Tesfaye Robele" userId="95ee96a365509d4a" providerId="LiveId" clId="{D439CBBB-71EB-474D-B417-2234E55673C0}" dt="2025-12-11T10:07:55.508" v="264" actId="948"/>
          <ac:spMkLst>
            <pc:docMk/>
            <pc:sldMk cId="3960459468" sldId="269"/>
            <ac:spMk id="3" creationId="{652CA957-B45D-CFFC-DE3E-5004F4250A35}"/>
          </ac:spMkLst>
        </pc:spChg>
        <pc:spChg chg="add mod">
          <ac:chgData name="Dr. Tesfaye Robele" userId="95ee96a365509d4a" providerId="LiveId" clId="{D439CBBB-71EB-474D-B417-2234E55673C0}" dt="2025-12-11T11:22:34.042" v="846" actId="1076"/>
          <ac:spMkLst>
            <pc:docMk/>
            <pc:sldMk cId="3960459468" sldId="269"/>
            <ac:spMk id="5" creationId="{2C805F9B-6E2C-0E36-4A53-EE8F3C0CA629}"/>
          </ac:spMkLst>
        </pc:spChg>
      </pc:sldChg>
      <pc:sldChg chg="addSp modSp mod modAnim">
        <pc:chgData name="Dr. Tesfaye Robele" userId="95ee96a365509d4a" providerId="LiveId" clId="{D439CBBB-71EB-474D-B417-2234E55673C0}" dt="2025-12-11T11:24:22.801" v="853"/>
        <pc:sldMkLst>
          <pc:docMk/>
          <pc:sldMk cId="621053649" sldId="270"/>
        </pc:sldMkLst>
        <pc:spChg chg="add mod">
          <ac:chgData name="Dr. Tesfaye Robele" userId="95ee96a365509d4a" providerId="LiveId" clId="{D439CBBB-71EB-474D-B417-2234E55673C0}" dt="2025-12-11T10:11:12.964" v="278" actId="948"/>
          <ac:spMkLst>
            <pc:docMk/>
            <pc:sldMk cId="621053649" sldId="270"/>
            <ac:spMk id="3" creationId="{D2E6A662-CB19-C966-AB43-D544A1BA55D0}"/>
          </ac:spMkLst>
        </pc:spChg>
      </pc:sldChg>
      <pc:sldChg chg="addSp modSp mod modAnim">
        <pc:chgData name="Dr. Tesfaye Robele" userId="95ee96a365509d4a" providerId="LiveId" clId="{D439CBBB-71EB-474D-B417-2234E55673C0}" dt="2025-12-11T11:25:47.216" v="856"/>
        <pc:sldMkLst>
          <pc:docMk/>
          <pc:sldMk cId="3163547051" sldId="271"/>
        </pc:sldMkLst>
        <pc:spChg chg="add mod">
          <ac:chgData name="Dr. Tesfaye Robele" userId="95ee96a365509d4a" providerId="LiveId" clId="{D439CBBB-71EB-474D-B417-2234E55673C0}" dt="2025-12-11T10:13:44.310" v="296" actId="255"/>
          <ac:spMkLst>
            <pc:docMk/>
            <pc:sldMk cId="3163547051" sldId="271"/>
            <ac:spMk id="3" creationId="{B58A356E-5372-6F80-FCBE-DE734E854533}"/>
          </ac:spMkLst>
        </pc:spChg>
      </pc:sldChg>
      <pc:sldChg chg="addSp modSp mod modAnim">
        <pc:chgData name="Dr. Tesfaye Robele" userId="95ee96a365509d4a" providerId="LiveId" clId="{D439CBBB-71EB-474D-B417-2234E55673C0}" dt="2025-12-11T11:26:50.719" v="860"/>
        <pc:sldMkLst>
          <pc:docMk/>
          <pc:sldMk cId="2380077530" sldId="272"/>
        </pc:sldMkLst>
        <pc:spChg chg="add mod">
          <ac:chgData name="Dr. Tesfaye Robele" userId="95ee96a365509d4a" providerId="LiveId" clId="{D439CBBB-71EB-474D-B417-2234E55673C0}" dt="2025-12-11T10:17:14.909" v="367" actId="948"/>
          <ac:spMkLst>
            <pc:docMk/>
            <pc:sldMk cId="2380077530" sldId="272"/>
            <ac:spMk id="3" creationId="{FEA3A52E-3B8A-6B9F-19D3-6DCD00B2ED11}"/>
          </ac:spMkLst>
        </pc:spChg>
      </pc:sldChg>
      <pc:sldChg chg="addSp modSp mod modAnim">
        <pc:chgData name="Dr. Tesfaye Robele" userId="95ee96a365509d4a" providerId="LiveId" clId="{D439CBBB-71EB-474D-B417-2234E55673C0}" dt="2025-12-11T11:27:07.150" v="862"/>
        <pc:sldMkLst>
          <pc:docMk/>
          <pc:sldMk cId="4157200448" sldId="273"/>
        </pc:sldMkLst>
        <pc:spChg chg="add mod">
          <ac:chgData name="Dr. Tesfaye Robele" userId="95ee96a365509d4a" providerId="LiveId" clId="{D439CBBB-71EB-474D-B417-2234E55673C0}" dt="2025-12-11T10:19:00.677" v="376" actId="14100"/>
          <ac:spMkLst>
            <pc:docMk/>
            <pc:sldMk cId="4157200448" sldId="273"/>
            <ac:spMk id="3" creationId="{EBB082F3-7F5A-4D43-8585-A77EB0659499}"/>
          </ac:spMkLst>
        </pc:spChg>
      </pc:sldChg>
      <pc:sldChg chg="addSp delSp modSp mod modAnim">
        <pc:chgData name="Dr. Tesfaye Robele" userId="95ee96a365509d4a" providerId="LiveId" clId="{D439CBBB-71EB-474D-B417-2234E55673C0}" dt="2025-12-11T11:27:46.079" v="867"/>
        <pc:sldMkLst>
          <pc:docMk/>
          <pc:sldMk cId="3389140628" sldId="274"/>
        </pc:sldMkLst>
        <pc:spChg chg="add mod">
          <ac:chgData name="Dr. Tesfaye Robele" userId="95ee96a365509d4a" providerId="LiveId" clId="{D439CBBB-71EB-474D-B417-2234E55673C0}" dt="2025-12-11T10:22:48.835" v="449" actId="20577"/>
          <ac:spMkLst>
            <pc:docMk/>
            <pc:sldMk cId="3389140628" sldId="274"/>
            <ac:spMk id="5" creationId="{8BD6434F-69AB-077D-A29C-A6DF9DA7A3D4}"/>
          </ac:spMkLst>
        </pc:spChg>
      </pc:sldChg>
      <pc:sldChg chg="addSp modSp mod modAnim">
        <pc:chgData name="Dr. Tesfaye Robele" userId="95ee96a365509d4a" providerId="LiveId" clId="{D439CBBB-71EB-474D-B417-2234E55673C0}" dt="2025-12-11T11:28:06.717" v="869"/>
        <pc:sldMkLst>
          <pc:docMk/>
          <pc:sldMk cId="1431693091" sldId="275"/>
        </pc:sldMkLst>
        <pc:spChg chg="add mod">
          <ac:chgData name="Dr. Tesfaye Robele" userId="95ee96a365509d4a" providerId="LiveId" clId="{D439CBBB-71EB-474D-B417-2234E55673C0}" dt="2025-12-11T11:27:55.574" v="868" actId="123"/>
          <ac:spMkLst>
            <pc:docMk/>
            <pc:sldMk cId="1431693091" sldId="275"/>
            <ac:spMk id="3" creationId="{2C710FC2-E1EA-F911-6E33-016423DA9B20}"/>
          </ac:spMkLst>
        </pc:spChg>
      </pc:sldChg>
      <pc:sldChg chg="addSp modSp mod modAnim">
        <pc:chgData name="Dr. Tesfaye Robele" userId="95ee96a365509d4a" providerId="LiveId" clId="{D439CBBB-71EB-474D-B417-2234E55673C0}" dt="2025-12-11T11:29:11.591" v="876"/>
        <pc:sldMkLst>
          <pc:docMk/>
          <pc:sldMk cId="2896213421" sldId="276"/>
        </pc:sldMkLst>
        <pc:spChg chg="add mod">
          <ac:chgData name="Dr. Tesfaye Robele" userId="95ee96a365509d4a" providerId="LiveId" clId="{D439CBBB-71EB-474D-B417-2234E55673C0}" dt="2025-12-11T10:30:19.371" v="544" actId="255"/>
          <ac:spMkLst>
            <pc:docMk/>
            <pc:sldMk cId="2896213421" sldId="276"/>
            <ac:spMk id="3" creationId="{849EC4F1-4AAA-255D-33DD-6B3635BB8C49}"/>
          </ac:spMkLst>
        </pc:spChg>
        <pc:spChg chg="add mod">
          <ac:chgData name="Dr. Tesfaye Robele" userId="95ee96a365509d4a" providerId="LiveId" clId="{D439CBBB-71EB-474D-B417-2234E55673C0}" dt="2025-12-11T10:32:14.895" v="584" actId="12"/>
          <ac:spMkLst>
            <pc:docMk/>
            <pc:sldMk cId="2896213421" sldId="276"/>
            <ac:spMk id="5" creationId="{CF1015E6-6FE1-08F6-1357-EB42233AA717}"/>
          </ac:spMkLst>
        </pc:spChg>
      </pc:sldChg>
      <pc:sldChg chg="addSp modSp mod modAnim">
        <pc:chgData name="Dr. Tesfaye Robele" userId="95ee96a365509d4a" providerId="LiveId" clId="{D439CBBB-71EB-474D-B417-2234E55673C0}" dt="2025-12-11T11:31:04.191" v="888"/>
        <pc:sldMkLst>
          <pc:docMk/>
          <pc:sldMk cId="1576277939" sldId="277"/>
        </pc:sldMkLst>
        <pc:spChg chg="add mod">
          <ac:chgData name="Dr. Tesfaye Robele" userId="95ee96a365509d4a" providerId="LiveId" clId="{D439CBBB-71EB-474D-B417-2234E55673C0}" dt="2025-12-11T11:30:18.138" v="884" actId="1076"/>
          <ac:spMkLst>
            <pc:docMk/>
            <pc:sldMk cId="1576277939" sldId="277"/>
            <ac:spMk id="3" creationId="{96217519-71DD-7B64-AA41-09C0C4FBADBF}"/>
          </ac:spMkLst>
        </pc:spChg>
      </pc:sldChg>
      <pc:sldChg chg="addSp modSp new mod ord modAnim">
        <pc:chgData name="Dr. Tesfaye Robele" userId="95ee96a365509d4a" providerId="LiveId" clId="{D439CBBB-71EB-474D-B417-2234E55673C0}" dt="2025-12-11T11:27:29.394" v="865"/>
        <pc:sldMkLst>
          <pc:docMk/>
          <pc:sldMk cId="4068138769" sldId="278"/>
        </pc:sldMkLst>
        <pc:spChg chg="add mod">
          <ac:chgData name="Dr. Tesfaye Robele" userId="95ee96a365509d4a" providerId="LiveId" clId="{D439CBBB-71EB-474D-B417-2234E55673C0}" dt="2025-12-11T10:25:19.258" v="477" actId="1035"/>
          <ac:spMkLst>
            <pc:docMk/>
            <pc:sldMk cId="4068138769" sldId="278"/>
            <ac:spMk id="3" creationId="{9DDAEE98-16FB-038E-BC61-76BE8293A2D1}"/>
          </ac:spMkLst>
        </pc:spChg>
        <pc:spChg chg="add mod">
          <ac:chgData name="Dr. Tesfaye Robele" userId="95ee96a365509d4a" providerId="LiveId" clId="{D439CBBB-71EB-474D-B417-2234E55673C0}" dt="2025-12-11T10:27:08.035" v="525" actId="14100"/>
          <ac:spMkLst>
            <pc:docMk/>
            <pc:sldMk cId="4068138769" sldId="278"/>
            <ac:spMk id="6" creationId="{35B09C89-E2B2-F39F-51FB-6F4A5A13446C}"/>
          </ac:spMkLst>
        </pc:spChg>
        <pc:picChg chg="add mod">
          <ac:chgData name="Dr. Tesfaye Robele" userId="95ee96a365509d4a" providerId="LiveId" clId="{D439CBBB-71EB-474D-B417-2234E55673C0}" dt="2025-12-11T10:26:04.985" v="519" actId="14100"/>
          <ac:picMkLst>
            <pc:docMk/>
            <pc:sldMk cId="4068138769" sldId="278"/>
            <ac:picMk id="4" creationId="{AB4190C2-8E77-C2EE-2214-29818EF2F443}"/>
          </ac:picMkLst>
        </pc:picChg>
      </pc:sldChg>
      <pc:sldChg chg="addSp modSp new mod modAnim">
        <pc:chgData name="Dr. Tesfaye Robele" userId="95ee96a365509d4a" providerId="LiveId" clId="{D439CBBB-71EB-474D-B417-2234E55673C0}" dt="2025-12-11T11:32:46.016" v="893"/>
        <pc:sldMkLst>
          <pc:docMk/>
          <pc:sldMk cId="2597060823" sldId="279"/>
        </pc:sldMkLst>
        <pc:spChg chg="add mod">
          <ac:chgData name="Dr. Tesfaye Robele" userId="95ee96a365509d4a" providerId="LiveId" clId="{D439CBBB-71EB-474D-B417-2234E55673C0}" dt="2025-12-11T10:37:53.621" v="651" actId="1035"/>
          <ac:spMkLst>
            <pc:docMk/>
            <pc:sldMk cId="2597060823" sldId="279"/>
            <ac:spMk id="3" creationId="{FCBAEB22-EAC6-5CEB-6677-7ED04B4E8147}"/>
          </ac:spMkLst>
        </pc:spChg>
        <pc:spChg chg="add mod">
          <ac:chgData name="Dr. Tesfaye Robele" userId="95ee96a365509d4a" providerId="LiveId" clId="{D439CBBB-71EB-474D-B417-2234E55673C0}" dt="2025-12-11T10:39:06.702" v="674" actId="20577"/>
          <ac:spMkLst>
            <pc:docMk/>
            <pc:sldMk cId="2597060823" sldId="279"/>
            <ac:spMk id="5" creationId="{12A391A1-391C-9037-5F89-A197526BAB83}"/>
          </ac:spMkLst>
        </pc:spChg>
      </pc:sldChg>
      <pc:sldChg chg="addSp modSp new mod modAnim">
        <pc:chgData name="Dr. Tesfaye Robele" userId="95ee96a365509d4a" providerId="LiveId" clId="{D439CBBB-71EB-474D-B417-2234E55673C0}" dt="2025-12-11T11:34:03.105" v="900"/>
        <pc:sldMkLst>
          <pc:docMk/>
          <pc:sldMk cId="1965727722" sldId="280"/>
        </pc:sldMkLst>
        <pc:spChg chg="add mod">
          <ac:chgData name="Dr. Tesfaye Robele" userId="95ee96a365509d4a" providerId="LiveId" clId="{D439CBBB-71EB-474D-B417-2234E55673C0}" dt="2025-12-11T10:41:58.003" v="682" actId="255"/>
          <ac:spMkLst>
            <pc:docMk/>
            <pc:sldMk cId="1965727722" sldId="280"/>
            <ac:spMk id="3" creationId="{6564DEA6-14AE-A4C6-BD8A-75BC5ACD4B7E}"/>
          </ac:spMkLst>
        </pc:spChg>
      </pc:sldChg>
      <pc:sldChg chg="addSp modSp new mod modAnim">
        <pc:chgData name="Dr. Tesfaye Robele" userId="95ee96a365509d4a" providerId="LiveId" clId="{D439CBBB-71EB-474D-B417-2234E55673C0}" dt="2025-12-11T11:35:02.571" v="903"/>
        <pc:sldMkLst>
          <pc:docMk/>
          <pc:sldMk cId="3587646983" sldId="281"/>
        </pc:sldMkLst>
        <pc:spChg chg="add mod">
          <ac:chgData name="Dr. Tesfaye Robele" userId="95ee96a365509d4a" providerId="LiveId" clId="{D439CBBB-71EB-474D-B417-2234E55673C0}" dt="2025-12-11T11:03:34.367" v="726" actId="948"/>
          <ac:spMkLst>
            <pc:docMk/>
            <pc:sldMk cId="3587646983" sldId="281"/>
            <ac:spMk id="4" creationId="{098D00B4-CD33-7523-7069-C4393B287E60}"/>
          </ac:spMkLst>
        </pc:spChg>
        <pc:spChg chg="add mod">
          <ac:chgData name="Dr. Tesfaye Robele" userId="95ee96a365509d4a" providerId="LiveId" clId="{D439CBBB-71EB-474D-B417-2234E55673C0}" dt="2025-12-11T11:04:04.099" v="728" actId="1076"/>
          <ac:spMkLst>
            <pc:docMk/>
            <pc:sldMk cId="3587646983" sldId="281"/>
            <ac:spMk id="6" creationId="{6BAD1FB3-55FF-4225-44FB-5CA19F2A6495}"/>
          </ac:spMkLst>
        </pc:spChg>
        <pc:picChg chg="add mod">
          <ac:chgData name="Dr. Tesfaye Robele" userId="95ee96a365509d4a" providerId="LiveId" clId="{D439CBBB-71EB-474D-B417-2234E55673C0}" dt="2025-12-11T11:02:33.534" v="719" actId="1036"/>
          <ac:picMkLst>
            <pc:docMk/>
            <pc:sldMk cId="3587646983" sldId="281"/>
            <ac:picMk id="2" creationId="{4CE8ABAF-E015-3103-4508-DB13460C597D}"/>
          </ac:picMkLst>
        </pc:picChg>
      </pc:sldChg>
      <pc:sldChg chg="addSp modSp new mod modAnim">
        <pc:chgData name="Dr. Tesfaye Robele" userId="95ee96a365509d4a" providerId="LiveId" clId="{D439CBBB-71EB-474D-B417-2234E55673C0}" dt="2025-12-11T11:35:29.527" v="906"/>
        <pc:sldMkLst>
          <pc:docMk/>
          <pc:sldMk cId="1628476258" sldId="282"/>
        </pc:sldMkLst>
        <pc:spChg chg="add mod">
          <ac:chgData name="Dr. Tesfaye Robele" userId="95ee96a365509d4a" providerId="LiveId" clId="{D439CBBB-71EB-474D-B417-2234E55673C0}" dt="2025-12-11T11:06:03.802" v="739" actId="948"/>
          <ac:spMkLst>
            <pc:docMk/>
            <pc:sldMk cId="1628476258" sldId="282"/>
            <ac:spMk id="3" creationId="{6E58F562-D1F2-5195-62B3-099963100A8A}"/>
          </ac:spMkLst>
        </pc:spChg>
      </pc:sldChg>
      <pc:sldChg chg="addSp modSp new mod modAnim">
        <pc:chgData name="Dr. Tesfaye Robele" userId="95ee96a365509d4a" providerId="LiveId" clId="{D439CBBB-71EB-474D-B417-2234E55673C0}" dt="2025-12-11T11:36:02.628" v="913"/>
        <pc:sldMkLst>
          <pc:docMk/>
          <pc:sldMk cId="4273911684" sldId="283"/>
        </pc:sldMkLst>
        <pc:spChg chg="add mod">
          <ac:chgData name="Dr. Tesfaye Robele" userId="95ee96a365509d4a" providerId="LiveId" clId="{D439CBBB-71EB-474D-B417-2234E55673C0}" dt="2025-12-11T11:35:40.826" v="911" actId="20577"/>
          <ac:spMkLst>
            <pc:docMk/>
            <pc:sldMk cId="4273911684" sldId="283"/>
            <ac:spMk id="3" creationId="{A176E778-103B-241F-7B03-F919F4D3C697}"/>
          </ac:spMkLst>
        </pc:spChg>
      </pc:sldChg>
      <pc:sldChg chg="addSp modSp new mod modAnim">
        <pc:chgData name="Dr. Tesfaye Robele" userId="95ee96a365509d4a" providerId="LiveId" clId="{D439CBBB-71EB-474D-B417-2234E55673C0}" dt="2025-12-11T11:36:40.849" v="917"/>
        <pc:sldMkLst>
          <pc:docMk/>
          <pc:sldMk cId="2427872783" sldId="284"/>
        </pc:sldMkLst>
        <pc:spChg chg="add mod">
          <ac:chgData name="Dr. Tesfaye Robele" userId="95ee96a365509d4a" providerId="LiveId" clId="{D439CBBB-71EB-474D-B417-2234E55673C0}" dt="2025-12-11T11:10:25.779" v="765" actId="255"/>
          <ac:spMkLst>
            <pc:docMk/>
            <pc:sldMk cId="2427872783" sldId="284"/>
            <ac:spMk id="3" creationId="{AE2E712A-C027-985C-4A86-29C553CC91FB}"/>
          </ac:spMkLst>
        </pc:spChg>
      </pc:sldChg>
      <pc:sldChg chg="addSp modSp new mod modAnim">
        <pc:chgData name="Dr. Tesfaye Robele" userId="95ee96a365509d4a" providerId="LiveId" clId="{D439CBBB-71EB-474D-B417-2234E55673C0}" dt="2025-12-11T11:37:53.788" v="923"/>
        <pc:sldMkLst>
          <pc:docMk/>
          <pc:sldMk cId="2421403803" sldId="285"/>
        </pc:sldMkLst>
        <pc:spChg chg="add mod">
          <ac:chgData name="Dr. Tesfaye Robele" userId="95ee96a365509d4a" providerId="LiveId" clId="{D439CBBB-71EB-474D-B417-2234E55673C0}" dt="2025-12-11T11:37:23.930" v="921" actId="255"/>
          <ac:spMkLst>
            <pc:docMk/>
            <pc:sldMk cId="2421403803" sldId="285"/>
            <ac:spMk id="3" creationId="{353BA86F-952D-4024-B95D-28141A2A18C7}"/>
          </ac:spMkLst>
        </pc:spChg>
      </pc:sldChg>
      <pc:sldChg chg="addSp modSp new mod modAnim">
        <pc:chgData name="Dr. Tesfaye Robele" userId="95ee96a365509d4a" providerId="LiveId" clId="{D439CBBB-71EB-474D-B417-2234E55673C0}" dt="2025-12-11T11:38:00.665" v="924"/>
        <pc:sldMkLst>
          <pc:docMk/>
          <pc:sldMk cId="1911583892" sldId="286"/>
        </pc:sldMkLst>
        <pc:spChg chg="add mod">
          <ac:chgData name="Dr. Tesfaye Robele" userId="95ee96a365509d4a" providerId="LiveId" clId="{D439CBBB-71EB-474D-B417-2234E55673C0}" dt="2025-12-11T11:14:33.190" v="792" actId="21"/>
          <ac:spMkLst>
            <pc:docMk/>
            <pc:sldMk cId="1911583892" sldId="286"/>
            <ac:spMk id="3" creationId="{17E88F3A-8E11-BE95-B8E0-FC9476BBD638}"/>
          </ac:spMkLst>
        </pc:spChg>
      </pc:sldChg>
      <pc:sldChg chg="addSp modSp new mod modAnim">
        <pc:chgData name="Dr. Tesfaye Robele" userId="95ee96a365509d4a" providerId="LiveId" clId="{D439CBBB-71EB-474D-B417-2234E55673C0}" dt="2025-12-11T11:38:10.318" v="925"/>
        <pc:sldMkLst>
          <pc:docMk/>
          <pc:sldMk cId="3019685513" sldId="287"/>
        </pc:sldMkLst>
        <pc:spChg chg="add mod">
          <ac:chgData name="Dr. Tesfaye Robele" userId="95ee96a365509d4a" providerId="LiveId" clId="{D439CBBB-71EB-474D-B417-2234E55673C0}" dt="2025-12-11T11:15:03.921" v="798" actId="113"/>
          <ac:spMkLst>
            <pc:docMk/>
            <pc:sldMk cId="3019685513" sldId="287"/>
            <ac:spMk id="3" creationId="{B9C69F7C-508C-185D-53A1-44F1DE3319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998AD-A2D9-0E0C-0464-3F77D22DC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9B481-82E2-ADFB-9D7C-7C8CBA541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079AB-B145-9AF4-4D33-C22AF36B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18FF0-BD9A-1BEB-304D-CED85DF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9122C-22DF-D052-47D6-D58E4DA5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8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05C84-8C15-4967-F63C-3EA7A776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7EA4-3B16-7530-442A-F94A38918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6B333-0AC5-EF28-66C0-E687B783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566BA-00BC-18E9-F56F-8E8C3B62C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5A4C6-35DC-B7F0-B19C-CAF0FA9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95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AD14-2373-BD40-4CF3-8D9476FA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6B906-769B-B7EA-B597-4BE121D61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6DCA9-C726-5C58-4242-793B03C3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7D5A2-64DE-42FA-5285-E58F31D1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C387A-9025-1BDB-C521-5B1A9C70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5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4C8C-7B8A-EEB0-E159-BE08BECB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9CC4E-E1B8-5B88-9861-4C0E5EF93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584CE-7C45-5E10-295D-C69696BC8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20509-61CE-B9DF-9C71-9502ADD7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5E709-EA82-A8E4-AB04-4F69900F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80B3A-B524-2A4D-171B-075DE040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84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5F6A-7F77-E7D0-7BDE-58ADF431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F9EE1-63E1-8EC3-10F8-55897FB99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67342-8577-B3D6-D77B-E23BF1DD6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8625F2-CB86-00E1-751A-EF8DA28DFB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77C49-8F0A-1391-4401-FF7904694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FEF0A1-A78E-3205-BA14-8047BF9BD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FD54BF-C7EF-D1A7-CCFE-3DF00783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9DFD4-5DC9-34DB-10F5-BAE1193E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8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97D6-1B08-05EA-271A-5CFBC106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798CB-6F65-7782-C763-82249521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ACF19-161E-E6C1-D50F-93C023D12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01535-13E6-7CDC-FBC6-8F4888B0F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B4126-9A14-1246-2660-4C7CEBC9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0C255-B411-0C94-6BC2-5FF03F7DC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94DF4-8BBE-C455-E5A6-EC4BB64E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6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93A76-A555-F75E-BEA8-B02B185B3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4322-C79C-4E3A-016F-ECDE485E4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DFD6C-C62C-A209-4F2E-AF0C3DCA3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3AB92-F6C5-A759-5992-1E4892F7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58C6E-61A0-11A6-67A5-9E4DC116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45B61-2979-8B28-9814-ED695021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3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808F-60C0-50BC-A2A3-F21CD960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3EDB3-B18C-C064-A42E-9E2D543E8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BC68B-04D8-9B69-E982-C0F36F025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55777-4291-7CD5-20CB-2ADB8C414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3879-671E-0AA4-6F58-E5514FFD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5AFCF-DBC1-3B75-69F4-03593ACBC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8B52-2928-E825-EAE5-753D7EF8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53E5B-A747-BA5D-DDFE-B5E7A3439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68E91-8717-F5F0-AE38-9007FEC7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C26DA-30FF-789B-1D0E-40EE3B18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72116-EE20-C739-B0BA-0BC2EC44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2711A-D950-ECE7-3A55-AC101E2E7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CCA37-9796-DF49-DD42-D7EDEF2E9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E068F-BF92-0EDB-6B97-0A96D1B5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27214-C11D-88AA-487C-8D7B267C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98379-75DA-C8AE-20C4-E46872D3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7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6C0E4-AA73-CA8E-A07E-CFE04ED2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1D435-4C17-B3E1-2898-A0F422188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EE62D-7AE3-F4A2-DD8A-0E9D82DA0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5B614-804A-46B9-99C6-03B07241D4B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69D2D-D02A-6CAA-5F2F-D68DE11D5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4C2B-1956-9806-2462-6C1A2F9D2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81D2F-C0EE-4853-9168-9389D4F51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7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1EAAE6-0090-0828-2419-22C03A525A6C}"/>
              </a:ext>
            </a:extLst>
          </p:cNvPr>
          <p:cNvSpPr txBox="1"/>
          <p:nvPr/>
        </p:nvSpPr>
        <p:spPr>
          <a:xfrm>
            <a:off x="0" y="1669110"/>
            <a:ext cx="12338304" cy="1280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  <a:tabLst>
                <a:tab pos="2771775" algn="l"/>
              </a:tabLst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የኦንሊ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ጂሰሱ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ወልድና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36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ts val="1800"/>
              </a:lnSpc>
              <a:spcAft>
                <a:spcPts val="800"/>
              </a:spcAft>
              <a:buNone/>
              <a:tabLst>
                <a:tab pos="2771775" algn="l"/>
              </a:tabLst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64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80901D-BC4A-8B93-71E0-D9D4314C69C9}"/>
              </a:ext>
            </a:extLst>
          </p:cNvPr>
          <p:cNvSpPr txBox="1"/>
          <p:nvPr/>
        </p:nvSpPr>
        <p:spPr>
          <a:xfrm>
            <a:off x="122530" y="381680"/>
            <a:ext cx="6097218" cy="856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ts val="1800"/>
              </a:lnSpc>
              <a:spcAft>
                <a:spcPts val="800"/>
              </a:spcAft>
              <a:buNone/>
              <a:tabLst>
                <a:tab pos="2771775" algn="l"/>
              </a:tabLst>
            </a:pPr>
            <a:r>
              <a:rPr lang="en-US" sz="1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1. 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ውሑዳዊ</a:t>
            </a:r>
            <a:r>
              <a:rPr lang="en-US" sz="28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አንድነት</a:t>
            </a:r>
            <a:r>
              <a:rPr lang="en-US" sz="2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28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endParaRPr lang="en-US" sz="2800" dirty="0"/>
          </a:p>
        </p:txBody>
      </p:sp>
      <p:pic>
        <p:nvPicPr>
          <p:cNvPr id="4" name="Picture 3" descr="A diagram of a puzzle&#10;&#10;Description automatically generated">
            <a:extLst>
              <a:ext uri="{FF2B5EF4-FFF2-40B4-BE49-F238E27FC236}">
                <a16:creationId xmlns:a16="http://schemas.microsoft.com/office/drawing/2014/main" id="{2F0697D3-3E2C-7ECD-5E26-CE26E7A3F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575" y="1199798"/>
            <a:ext cx="9271262" cy="4882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B5584C-2055-D36A-0BDB-9E35E8E913EB}"/>
              </a:ext>
            </a:extLst>
          </p:cNvPr>
          <p:cNvSpPr txBox="1"/>
          <p:nvPr/>
        </p:nvSpPr>
        <p:spPr>
          <a:xfrm>
            <a:off x="0" y="6138279"/>
            <a:ext cx="10782837" cy="34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Noto Serif Ethiopic" panose="0202050206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ሥዕል</a:t>
            </a:r>
            <a:r>
              <a:rPr lang="en-US" sz="2000" kern="100" dirty="0">
                <a:effectLst/>
                <a:latin typeface="Noto Serif Ethiopic" panose="0202050206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1፤ </a:t>
            </a:r>
            <a:r>
              <a:rPr lang="en-US" sz="2000" kern="100" dirty="0" err="1">
                <a:effectLst/>
                <a:latin typeface="Noto Serif Ethiopic" panose="0202050206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ውሑዳዊ</a:t>
            </a:r>
            <a:r>
              <a:rPr lang="en-US" sz="2000" kern="100" dirty="0">
                <a:effectLst/>
                <a:latin typeface="Noto Serif Ethiopic" panose="0202050206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Noto Serif Ethiopic" panose="0202050206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አንድነት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93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1F3EBE-16AD-797D-87E7-7FD0111A4F98}"/>
              </a:ext>
            </a:extLst>
          </p:cNvPr>
          <p:cNvSpPr txBox="1"/>
          <p:nvPr/>
        </p:nvSpPr>
        <p:spPr>
          <a:xfrm>
            <a:off x="0" y="67654"/>
            <a:ext cx="12192000" cy="6769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የማንነት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የሰው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ነፍስ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በሦስት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ኅብረ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ሕዋስ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ኑባሬአዊ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ማንነት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የተጋመደ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እኔነት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ነፍስ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ሲሆን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ትንፋሽ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በተናጠል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አይደሉም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በጥምረት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የተሟላ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ምሉዕ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የሆነን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ያስገኛሉ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</a:p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የሃይማኖት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የነገረ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ቀማሪ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ለማብራራት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በምሳሌነት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ያቀረቡት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ሰውን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ዕንቊላልንና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ውሃን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የሦስት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ኅብረ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ሕዋስ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ጥምረት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ነፍስ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ዕንቊላልም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አሉት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አስኳሉ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ነጩ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ቅርፊቱ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።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በጥምረት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ዕንቊላል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ይሆናሉ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ውሃ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በራሱ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ፈሳሽ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ሲቀዘቅዝ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በረዶ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ሲፈላ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እንፋሎት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ትነት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ሰውንና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ዕንቊላልን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በተመለከተ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እያንዳንዱ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ኅብረ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ሕዋስ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ሢሶ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ሦስተኛ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1/3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</a:p>
        </p:txBody>
      </p:sp>
    </p:spTree>
    <p:extLst>
      <p:ext uri="{BB962C8B-B14F-4D97-AF65-F5344CB8AC3E}">
        <p14:creationId xmlns:p14="http://schemas.microsoft.com/office/powerpoint/2010/main" val="206868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B1CCE8-D91F-CBCB-0A75-3E2669CEE53B}"/>
              </a:ext>
            </a:extLst>
          </p:cNvPr>
          <p:cNvSpPr txBox="1"/>
          <p:nvPr/>
        </p:nvSpPr>
        <p:spPr>
          <a:xfrm>
            <a:off x="0" y="44387"/>
            <a:ext cx="12250522" cy="6769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ውሃ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በተለያየ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የሙቀትና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የቅዝቃዜ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መጠን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የተለያየ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ጠባይ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ይይዛል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የውሃ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ምስሌ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መደበኛውን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የሰባልዮስ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ሲሆን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በጽሐፍ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ለውውጥ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በሚል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ርእስ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ኋላ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በስፋት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የምንመለከተው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  </a:t>
            </a:r>
          </a:p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ኦንሊ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በዘመነ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ዐዲስ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የንግግር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የልብ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ተቀይሯል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ትንፋሹ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ተጠልለው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ተጠቅልለው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ተቀምጠዋል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የሚባለው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የወልድ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ታዛ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እንዲቀየር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ምክንያት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የሆነው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የማይታይ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የማይጨበጥ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ማንነት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ስላላቸው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የሰውን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ለማዳን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ስለመጣ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እንዲያየውና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ሥራውን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እንዲመለከት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አስፈልጎታል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። 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በዘመነ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ዐዲስ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ተጠቅልለው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በሙላት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ስለገቡ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የመንፈሱ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ማደሪያ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ቤተ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መቅደስ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ሆኗል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በዐጭሩ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ራሳቸውን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ለዓለም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የገለጡበት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ቊሳዊ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ቅርፊት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ውጫዊ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</a:t>
            </a:r>
          </a:p>
        </p:txBody>
      </p:sp>
    </p:spTree>
    <p:extLst>
      <p:ext uri="{BB962C8B-B14F-4D97-AF65-F5344CB8AC3E}">
        <p14:creationId xmlns:p14="http://schemas.microsoft.com/office/powerpoint/2010/main" val="180397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18CFBD-6419-3E1E-5E27-BB4880F6EA78}"/>
              </a:ext>
            </a:extLst>
          </p:cNvPr>
          <p:cNvSpPr txBox="1"/>
          <p:nvPr/>
        </p:nvSpPr>
        <p:spPr>
          <a:xfrm>
            <a:off x="1" y="41635"/>
            <a:ext cx="12192000" cy="3074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ቀድሞ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ንግግር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ኋላ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ስለተለወጠ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ሊባል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ይችላል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አይባልም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ለሚለው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ወሳኝ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ጥያቄ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የሚሰጠው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ተቃራኒ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አንዳንድ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የመጽሐፍ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ይዞ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ሌሎች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የመጽሐፍ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ጠቅሶ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ከእነዚህ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ተቃራኒ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ምላሾች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መኻል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የሚወስነው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ታሳቢ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የተደረገው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የመጽሐፍ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የትኛው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E30E3-96BC-B431-EE0A-F4465D9D9349}"/>
              </a:ext>
            </a:extLst>
          </p:cNvPr>
          <p:cNvSpPr txBox="1"/>
          <p:nvPr/>
        </p:nvSpPr>
        <p:spPr>
          <a:xfrm>
            <a:off x="-1" y="3429000"/>
            <a:ext cx="12191999" cy="3135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2.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የድርጅቱ</a:t>
            </a:r>
            <a:r>
              <a:rPr lang="en-US" sz="2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ማብራሪያ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በመቀጠል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ያስተማረባቸውን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እንመለከታለን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በኅዳግ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መዘክሩ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ማብራሪያዎች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ስለቀረቡ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ለግርጌ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ማስታወሻው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ተገቢውን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ትኲረት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ይስጡ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:—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በሰው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ተፈጥሮ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ነፍስ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እንዳሉ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በመሆኑ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አማኑኤል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ተብሎ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ይጠራል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949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80798-2D5A-705E-612B-C96FE8D5B89B}"/>
              </a:ext>
            </a:extLst>
          </p:cNvPr>
          <p:cNvSpPr txBox="1"/>
          <p:nvPr/>
        </p:nvSpPr>
        <p:spPr>
          <a:xfrm>
            <a:off x="0" y="61631"/>
            <a:ext cx="12192000" cy="3699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የሕይወት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እስትንፋስ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ልቡ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ቃሉና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እስትንፋሱ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በአንድ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የተፈጥሮ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ባሕርዩ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በአካል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የተለያዩ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መለኮቶች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ስላይደሉ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በአምሳሉ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የተሠራው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ከራሱ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እንደሚመካከር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ከራሱ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መመካከር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የሚችል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‘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በመልካችን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ምሳሌአችን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እንፍጠር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’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ካለ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ፈጠረ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ለአንዱ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የሕይወት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እስትንፋስ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እንዳለው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ሰውንም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አድርጎ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በመፍጠሩ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የራሱን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የተፈጥሮ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አሳየ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በእግዚአብሔር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አምሳል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የተፈጠረው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አዳም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አካልና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ፍጥረት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550EE-A19A-AF6B-91D3-E633F8FEFA15}"/>
              </a:ext>
            </a:extLst>
          </p:cNvPr>
          <p:cNvSpPr txBox="1"/>
          <p:nvPr/>
        </p:nvSpPr>
        <p:spPr>
          <a:xfrm>
            <a:off x="0" y="3944434"/>
            <a:ext cx="12192000" cy="2794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2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የውሑዳዊ</a:t>
            </a:r>
            <a:r>
              <a:rPr lang="en-US" sz="2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አንድነት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ግምገማ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የውሑዳዊ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አንድነት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የሚከተሉት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መሠረታውያን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ችግሮች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አሉበት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:—</a:t>
            </a:r>
            <a:r>
              <a:rPr lang="en-US" sz="18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(1)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አምሳለ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ምግባራዊ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ነጻ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ፈቃድን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ኀልዮአዊ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ክሂሎትን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የማሰብ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ችሎታን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መንፈሳዊነትን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አገዛዝን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ታሳቢ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ባደረገ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በፍጥረቱ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ይመስላል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ቊስ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ነውና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ለዘብተኛ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ምሁራን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የአይሁድ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የነገረ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አስተማሪዎች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ክርስቲያኖች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አምሳለ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ፅንሰ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ዐሳብ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የሚረዱት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መልክ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7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4FD83F-7CF3-FCA8-CD09-E622FE9B16F2}"/>
              </a:ext>
            </a:extLst>
          </p:cNvPr>
          <p:cNvSpPr txBox="1"/>
          <p:nvPr/>
        </p:nvSpPr>
        <p:spPr>
          <a:xfrm>
            <a:off x="0" y="568342"/>
            <a:ext cx="12192000" cy="609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2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(2)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ነፍስ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ለህልውናው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የሚደገፍበት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ከእነዚህ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ከሦስቱ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አንዱ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ከጐደለ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ሊሆን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አይችልምና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የሦስት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ነገሮች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ውቅር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አንዱም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ውቅር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በራሱ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የተወሰነ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አይሠራም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በአሐዳውያን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ሃይማኖቶች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የይሁዲ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እምነት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ክርስትናና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እስልምና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ክፍልፋዮች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አሉት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ተብሎ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አይታሰብም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ሊከፋፈል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የማይችል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ይታመናል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የብዙ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ቅንብር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የሰው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ማንነት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በእነዚህ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ነገሮች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ይወሰናል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የተለያዩ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ነገሮች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የለውም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የተለያዩ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ነገሮች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ድምር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ውጤት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ለክርስትና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እጅግ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ባዕድ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ዐስተሳሰብ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   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25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D863B3-556B-E7A9-92CC-ECECB4BFC8F5}"/>
              </a:ext>
            </a:extLst>
          </p:cNvPr>
          <p:cNvSpPr txBox="1"/>
          <p:nvPr/>
        </p:nvSpPr>
        <p:spPr>
          <a:xfrm>
            <a:off x="0" y="86770"/>
            <a:ext cx="12192000" cy="613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2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(3)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ሲሆን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ሄደ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ጥያቄ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እጅግ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ወሳኝ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ጥያቄ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ለውጡ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በተወሰነ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ደረጃም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እንኳ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ቢሆን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ሊሆን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አይችልም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ተፈጥሮ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ያዛባዋል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በሦስት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ነገሮች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ተዋቅሮ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ኋላ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ከሦስቱ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ግብዐቶች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መኻል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አንዱን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ያጣል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ከጊዜ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የተገኘ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አይቻልም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በሆነ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የሚቀይር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ብልጭ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ድርግም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እንደሚል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መብራት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የተወሰነ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ጊዜ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ይኖራል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የተወሰነ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ጊዜ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አይኖርም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የቦታና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የጊዜ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ተከታታይነት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(spatiotemporal continuity)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የለውም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አይለወጥም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የምንለው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ባሕርይውን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ስለማይቀይር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ከዚህም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የተነሣ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ኪዳኑን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ቃሉን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ስለማያጥፍ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ባሕርይውን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መጠን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የሚቀይር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ተስፋ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የሚሰጥና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ተስፋን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የሚፈጽም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የተለያዩ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ክፍልፋዮች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ነፍስ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የእግዚአብሔርን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አይለወጤነት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(immutability)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አሐድነት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(Unity)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ወጥነት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(simplicity)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መንፈስነት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የሚቃረን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ኑፋቄ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58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4231A-FB0D-24CD-23F7-7262E532C979}"/>
              </a:ext>
            </a:extLst>
          </p:cNvPr>
          <p:cNvSpPr txBox="1"/>
          <p:nvPr/>
        </p:nvSpPr>
        <p:spPr>
          <a:xfrm>
            <a:off x="-14630" y="983348"/>
            <a:ext cx="12192000" cy="3682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(4)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እያንዳንዱ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ግብዐት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ነፍስ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4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የቻለ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ባለመሆኑ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ይነጋገራሉ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ይፋቀራሉ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ይከባበራሉ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ይተዋወቃሉ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እኲል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ወዘተ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ቅዱሳዊ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ምንባባት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ገደል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ገቡ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በተመለከተ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ቃላት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ሲጠቀም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ተምሳሌታዊ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በሆነ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መልኩ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ቊማዊ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በነገረ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መለኮቱ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በስፋት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እንመለከተዋለን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35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computer screen">
            <a:extLst>
              <a:ext uri="{FF2B5EF4-FFF2-40B4-BE49-F238E27FC236}">
                <a16:creationId xmlns:a16="http://schemas.microsoft.com/office/drawing/2014/main" id="{1ECFC79A-17C5-ED3E-0D60-674D5DA154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201" y="1778789"/>
            <a:ext cx="8531598" cy="485124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39D8EB-9D51-2F8E-729E-A0E8330BC291}"/>
              </a:ext>
            </a:extLst>
          </p:cNvPr>
          <p:cNvSpPr txBox="1"/>
          <p:nvPr/>
        </p:nvSpPr>
        <p:spPr>
          <a:xfrm>
            <a:off x="298094" y="229435"/>
            <a:ext cx="7843723" cy="1245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ሐ.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ልብሰ-አምላክ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የልብሰ-አምላክ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መሠረታውያን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ዐሳቦች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02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DACB19-A1EE-D182-91F9-0645C78AF5E1}"/>
              </a:ext>
            </a:extLst>
          </p:cNvPr>
          <p:cNvSpPr txBox="1"/>
          <p:nvPr/>
        </p:nvSpPr>
        <p:spPr>
          <a:xfrm>
            <a:off x="0" y="-81634"/>
            <a:ext cx="12192000" cy="602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ቢሾፕ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ደጉ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ከበደ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እንደሚሉት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ቱታ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ኅብረ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ሕዋስ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ለፍጥረቱ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ለመግለጽ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በዐዲስ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ኪዳን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ዘመን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ለሰዎች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የገለጸው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ባዘጋጀው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በፈጠረው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አማካይነት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የለበሰው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ዐጥንት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ይባላል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ተሸፍኖበት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ተጠቅልሎበት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ለሰው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ይታይበት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ውሑዳዊ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አንድነት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ብለን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ከላይ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ተመለከትነው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አቋም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የማንነቱ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ትልቅ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ስሕተት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ምክንያቱም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ዐጥንት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በዐጭሩ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በማርያም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ማሕፀን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የተፈጠረ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ትንፋሹ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የተሸፈኑበት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ዐጥንት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82880" marR="0" indent="-182880" algn="just">
              <a:lnSpc>
                <a:spcPct val="150000"/>
              </a:lnSpc>
              <a:buNone/>
            </a:pP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97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503D34-1C93-2A23-734E-9AE50B80CC81}"/>
              </a:ext>
            </a:extLst>
          </p:cNvPr>
          <p:cNvSpPr txBox="1"/>
          <p:nvPr/>
        </p:nvSpPr>
        <p:spPr>
          <a:xfrm>
            <a:off x="0" y="104553"/>
            <a:ext cx="12192000" cy="704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የልብሰ-አምላክ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የድርጅቱ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ማብራሪያ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የመንፈስ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የሚሉትን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የድርጅቱ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ትምህርቶች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እነሆ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:—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የመለኮት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ሥጋ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ሲሆን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አስገኝ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እስትንፋሱም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መንፈሱም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አስገኝ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አለው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ነገር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ግን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አስገኝ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ያለው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መለኮት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አይሆንም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ሳይሆን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በሥጋ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ተገለጠ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4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4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ልጅ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በመሆኑ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ተዋሕዶታልና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የባሕርዩ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ምሳሌና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የክብሩ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መንጸባረቅ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ሆኖ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ዕብ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2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1÷3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የመለኮት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እንዲሆን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የተዘጋጀ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ቈላ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2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1÷15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2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ቆሮ. </a:t>
            </a:r>
            <a:r>
              <a:rPr lang="en-US" sz="22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4÷4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የነበረው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መለኮታዊ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ባሕርይውን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ሳይለውጥ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ስለተገለጠ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የጌታችን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የኢየሱስ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ልደት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ወዲህ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</a:t>
            </a:r>
            <a:r>
              <a:rPr lang="en-US" sz="22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5995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2CA957-B45D-CFFC-DE3E-5004F4250A35}"/>
              </a:ext>
            </a:extLst>
          </p:cNvPr>
          <p:cNvSpPr txBox="1"/>
          <p:nvPr/>
        </p:nvSpPr>
        <p:spPr>
          <a:xfrm>
            <a:off x="0" y="0"/>
            <a:ext cx="12192000" cy="585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20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አማኑኤል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የተባለበትም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ምክንያት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ትርጓሜው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እግዚአብሔር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በሥጋ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ተገለጠልን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አየነው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ዳሰስነው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ስለሆነ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ስለዚህ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ኢየሱስ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የሚለው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የሥጋው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እውነተኛ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አምላክና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አንድ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እውነተኛ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በአንድ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እንዳሉ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ማመን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ያስፈልጋል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ከመጀመሪያው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በእግዚአብሔር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የነበረ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የሕይወት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በድንግል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ማርያም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ማሕፀን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ገብቶ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ሆኖ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ከተወለደ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በኋላ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በዚህ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ፍጹም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በሆነው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አካል</a:t>
            </a:r>
            <a:r>
              <a:rPr lang="en-US" sz="20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ውስጥ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ተዋሕዶ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ተገለጠ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የአባቶቻችን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የእነ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አብርሃም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አምላክ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ስሙን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ኢየሱስ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ክርስቶስ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አድርጎ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በሥጋ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ውሕደት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መገለጡን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ያስረዳናል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እርሱም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እግዚአብሔር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ራሱ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በሥጋው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በልጁ</a:t>
            </a:r>
            <a:r>
              <a:rPr lang="en-US" sz="2000" kern="1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መገለጡን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ያረጋግጣል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፤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ስሙም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ኢየሱስ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ክርስቶስ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እንዲሆን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ወስኖአል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0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05F9B-6E2C-0E36-4A53-EE8F3C0CA629}"/>
              </a:ext>
            </a:extLst>
          </p:cNvPr>
          <p:cNvSpPr txBox="1"/>
          <p:nvPr/>
        </p:nvSpPr>
        <p:spPr>
          <a:xfrm>
            <a:off x="0" y="5802832"/>
            <a:ext cx="12192000" cy="96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buSzPts val="1200"/>
              <a:buFont typeface="Courier New" panose="02070309020205020404" pitchFamily="49" charset="0"/>
              <a:buChar char="□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ክርስቶስ</a:t>
            </a:r>
            <a:r>
              <a:rPr lang="en-US" sz="20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</a:t>
            </a:r>
            <a:r>
              <a:rPr lang="en-US" sz="20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ማደሪያ</a:t>
            </a:r>
            <a:r>
              <a:rPr lang="en-US" sz="20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000" b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የሚመስለው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የሌለው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ልዩ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በመልከ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ጼዴቅ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ምሳሌ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የተዘጋጀ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45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E6A662-CB19-C966-AB43-D544A1BA55D0}"/>
              </a:ext>
            </a:extLst>
          </p:cNvPr>
          <p:cNvSpPr txBox="1"/>
          <p:nvPr/>
        </p:nvSpPr>
        <p:spPr>
          <a:xfrm>
            <a:off x="0" y="0"/>
            <a:ext cx="12192000" cy="5779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የልብሰ-አምላክ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ግምገማ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(1)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የባርያውን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መልክ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ያዘ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 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ሞርፌ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ዱሉ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μορφὴν</a:t>
            </a:r>
            <a:r>
              <a:rPr lang="en-US" sz="2000" kern="100" dirty="0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 </a:t>
            </a:r>
            <a:r>
              <a:rPr lang="en-US" sz="2000" kern="100" dirty="0" err="1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δούλου</a:t>
            </a:r>
            <a:r>
              <a:rPr lang="en-US" sz="2000" kern="100" dirty="0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)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ፊልጵስዩስ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2÷7)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ሲባል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ለሙሉ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ባርያውን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የሚያሳይ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በእግዚአብሔር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መልክ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(“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ሞርፌ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ቴዉ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μορφῇ</a:t>
            </a:r>
            <a:r>
              <a:rPr lang="en-US" sz="2000" kern="100" dirty="0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 </a:t>
            </a:r>
            <a:r>
              <a:rPr lang="en-US" sz="2000" kern="100" dirty="0" err="1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θεοῦ</a:t>
            </a:r>
            <a:r>
              <a:rPr lang="en-US" sz="2000" kern="100" dirty="0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)</a:t>
            </a:r>
            <a:r>
              <a:rPr lang="en-US" sz="2000" kern="100" dirty="0">
                <a:effectLst/>
                <a:latin typeface="Gentium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ፊልጵስዩስ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2÷6)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ሐረግ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ለሙሉ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የማያሳይበት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አግባብ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ምንድን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በአንድ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ዐውድ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ሞርፌ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μορφή</a:t>
            </a:r>
            <a:r>
              <a:rPr lang="en-US" sz="2000" kern="100" dirty="0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)</a:t>
            </a:r>
            <a:r>
              <a:rPr lang="en-US" sz="2000" kern="100" dirty="0">
                <a:effectLst/>
                <a:latin typeface="Gentium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ተቃራኒ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ተርጒም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ወክሎ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ግልጋሎት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እንደማይውል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የሥነ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ትርጓሜ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ሕግ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ያስተምረናል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ለሙሉ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በተወሰነ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መጠን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መሆንን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በተወሰነ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መጠን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ከተባለ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በተወሰነ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መጠን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።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የተዋቀረበት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ማንነት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ከሁለትነት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ተባዝቶአል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ሁለቱም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ችግር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ይኸውም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ከጊዜ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የተገኘ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ሊሆን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አይችልም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የራሱ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ነፍስና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የሌለው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ሊባል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አይችልም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05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8A356E-5372-6F80-FCBE-DE734E854533}"/>
              </a:ext>
            </a:extLst>
          </p:cNvPr>
          <p:cNvSpPr txBox="1"/>
          <p:nvPr/>
        </p:nvSpPr>
        <p:spPr>
          <a:xfrm>
            <a:off x="0" y="21362"/>
            <a:ext cx="12133478" cy="650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አማኑኤልን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አይተነዋል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ዳሰነዋል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ማለቱን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እኛም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እንቀበላለን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ያየነው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የዳሰስነው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ቊሳዊውን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የሸፈነውን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ያየነው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የዳሰስነው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የተባለውን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በምን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አግባብ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በውስጡ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አይታችኋል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እንባላለን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አማኑኤል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ከእኛ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ከእኛ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በመሠረቱ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ቢሾፕ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ተክሌ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ሦስተኛ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(4)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ቢሾፕ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ተክሌ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ተዋሕዶ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አብዝተው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ይጠቀማሉ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እውነታው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ውሕደት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ሳይሆን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ተሸፍኖት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ተጠቅልሎት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ከሚለብሰው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ሊዋሐድ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አይችልም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(“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Word </a:t>
            </a:r>
            <a:r>
              <a:rPr lang="en-US" sz="2000" b="1" i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became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flesh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ዮሐንስ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1÷14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ተሸፈነ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ጒዳዩን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እንዳምታቱት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አንባቢ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ይገባል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የተገኘው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የሆነው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በማርያም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ማሕፀን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ቢሾፕ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ተክሌ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ይላሉ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(5) 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ዓለማትን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የፈጠረ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ኋላ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ተለውጦ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ለውጡ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እስካልሆነ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ድረስ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ዓለማትን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የፈጠረው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ይቻላል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ይላል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ለውጡ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መንገድ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የሚቀይር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አይለወጥም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immutable or unchanging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ይቻላል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54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A3A52E-3B8A-6B9F-19D3-6DCD00B2ED11}"/>
              </a:ext>
            </a:extLst>
          </p:cNvPr>
          <p:cNvSpPr txBox="1"/>
          <p:nvPr/>
        </p:nvSpPr>
        <p:spPr>
          <a:xfrm>
            <a:off x="-1" y="510252"/>
            <a:ext cx="12113971" cy="4610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ts val="1900"/>
              </a:lnSpc>
              <a:buNone/>
            </a:pPr>
            <a:r>
              <a:rPr lang="en-US" sz="18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(6)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ዓለማትን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መፍጠሩ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እሙን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የተቀየረው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በቤተልሔም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ከሥጋነት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ያለፈ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ማንነት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ከቃልነት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ያደረገው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ሽግግር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ውይስ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ቢያብራራ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እንኳ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የድርጅቱ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ከተቃርኖ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ሊያመልጥ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አይችልም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ካለ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ሙሉ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ሊሆን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አይችልም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ምክንያቱም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ሢሶ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ብሎአልና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ካለ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ዓለማትን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ሊፈጥር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አይችልም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የዓለማት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ፈጣሪ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ነውና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ts val="1900"/>
              </a:lnSpc>
              <a:buNone/>
            </a:pPr>
            <a:r>
              <a:rPr lang="en-US" sz="18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(7)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ተጠቃሎ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ከተሸፈነ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በሁሉ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ቦታ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ይገኛል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ሊባል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ይችላል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በእርሱ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የመለኮት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ሙላት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በሰውነት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ተገልጦ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ይኖራል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በሚለው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ቈላ.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2÷9)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በእርሱ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US" sz="1800" kern="100" dirty="0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(α</a:t>
            </a:r>
            <a:r>
              <a:rPr lang="en-US" sz="1800" kern="100" dirty="0" err="1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ὐτῷ</a:t>
            </a:r>
            <a:r>
              <a:rPr lang="en-US" sz="1800" kern="100" dirty="0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)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ምድብ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ተውላጠ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አካላዊ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ህልውናን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እርሱ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የራሱ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ማንነት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የሌለውን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ይባላል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ክፍሉ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ይኖራል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አይልም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ቴዎቴቶስ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US" sz="1800" kern="100" dirty="0" err="1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θεότητος</a:t>
            </a:r>
            <a:r>
              <a:rPr lang="en-US" sz="1800" kern="100" dirty="0">
                <a:effectLst/>
                <a:latin typeface="Cambria" panose="02040503050406030204" pitchFamily="18" charset="0"/>
                <a:ea typeface="Aptos" panose="020B0004020202020204" pitchFamily="34" charset="0"/>
                <a:cs typeface="Cambria" panose="02040503050406030204" pitchFamily="18" charset="0"/>
              </a:rPr>
              <a:t>)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ይኖራል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ይላል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ts val="1800"/>
              </a:lnSpc>
              <a:buNone/>
            </a:pPr>
            <a:r>
              <a:rPr lang="en-US" sz="18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(8)</a:t>
            </a:r>
            <a:r>
              <a:rPr lang="en-US" sz="1800" b="1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መሸፈኛ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ማመን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ያስፈልጋል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እንዲያውም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ማመንን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ትልቅ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ርግማን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ያስከትላል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17÷5)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ይባርክህ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እመኑ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ተጠመቁ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ወዘተ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ዐሳቦች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እንዳልሆነ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አመልካቾች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የምናምነው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የምንጠመቀው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ዝማሬ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ማህሌት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የምናቀርበው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የምንሰግደው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ለምንድን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በመሠረቱ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በእግዚአብሔር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እመኑ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በእኔም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እመኑ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አዞናል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ዮሐንስ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14÷1)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በእግዚአብሔር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ካመንን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አይበቃም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ደግመን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ማመን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ያስፈልገናል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ts val="1800"/>
              </a:lnSpc>
              <a:buNone/>
            </a:pPr>
            <a:r>
              <a:rPr lang="en-US" sz="18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(9)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የተዘጋጀ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ከመዘጋጀቱ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ህልውና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አልነበረውም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ይናገራል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ለምሳሌ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ሚል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÷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ኢሳ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9÷6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ዮሐ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1÷1-3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17÷5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7÷3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ቈላ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1÷16-17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ዕብ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1÷2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የክርስቶስን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ዘላለማዊነት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የሚናገሩ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እንዴት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ያብራራ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ይሆን</a:t>
            </a:r>
            <a:r>
              <a:rPr lang="en-US" sz="18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18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07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082F3-7F5A-4D43-8585-A77EB0659499}"/>
              </a:ext>
            </a:extLst>
          </p:cNvPr>
          <p:cNvSpPr txBox="1"/>
          <p:nvPr/>
        </p:nvSpPr>
        <p:spPr>
          <a:xfrm>
            <a:off x="58522" y="81789"/>
            <a:ext cx="12011558" cy="6162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(8)</a:t>
            </a:r>
            <a:r>
              <a:rPr lang="en-US" sz="2000" b="1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መሸፈኛ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ማመን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ያስፈልጋል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እንዲያውም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ማመንን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ትልቅ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ርግማን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ያስከትላል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17÷5)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ይባርክህ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እመኑ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ተጠመቁ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ወዘተ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የሚሉት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ዐሳቦች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እንዳልሆነ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አመልካቾች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የምናምነው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የምንጠመቀው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ዝማሬ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ማህሌት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የምናቀርበው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የምንሰግደው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ለምንድን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በመሠረቱ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በእግዚአብሔር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እመኑ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በእኔም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እመኑ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አዞናል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ዮሐንስ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14÷1)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በእግዚአብሔር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ካመንን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አይበቃም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ደግመን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ማመን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ያስፈልገናል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  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(9)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የተዘጋጀ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ከመዘጋጀቱ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ህልውና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አልነበረውም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ይናገራል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ለምሳሌ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ሚል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÷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9÷6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1÷1-3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17÷5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7÷3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ቈላ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1÷16-17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1÷2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የክርስቶስን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የሚናገሩ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ያብራራ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ይሆን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20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DAEE98-16FB-038E-BC61-76BE8293A2D1}"/>
              </a:ext>
            </a:extLst>
          </p:cNvPr>
          <p:cNvSpPr txBox="1"/>
          <p:nvPr/>
        </p:nvSpPr>
        <p:spPr>
          <a:xfrm>
            <a:off x="0" y="13329"/>
            <a:ext cx="12252959" cy="114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መ.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ልውውጥ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መሠረታውያን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ዐሳቦች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AB4190C2-8E77-C2EE-2214-29818EF2F4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54" y="1170038"/>
            <a:ext cx="10460736" cy="39034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B09C89-E2B2-F39F-51FB-6F4A5A13446C}"/>
              </a:ext>
            </a:extLst>
          </p:cNvPr>
          <p:cNvSpPr txBox="1"/>
          <p:nvPr/>
        </p:nvSpPr>
        <p:spPr>
          <a:xfrm>
            <a:off x="1784909" y="5351908"/>
            <a:ext cx="8609990" cy="72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ሥዕል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3፤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ልውውጥ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13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D6434F-69AB-077D-A29C-A6DF9DA7A3D4}"/>
              </a:ext>
            </a:extLst>
          </p:cNvPr>
          <p:cNvSpPr txBox="1"/>
          <p:nvPr/>
        </p:nvSpPr>
        <p:spPr>
          <a:xfrm>
            <a:off x="14630" y="-21491"/>
            <a:ext cx="12192000" cy="678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መ.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ልውውጥ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መሠረታውያን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ዐሳቦች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ለውውጥ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ከላይ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ካየናቸው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አመለካከቶች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ፍጹም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የተለየ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ብሉይ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ኪዳን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ትንፋሹ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ነበሩ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በዘመነ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ዐዲስ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መንፈሱ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400" kern="100" dirty="0"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ተቀየረ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የለውጥ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ሂደት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የግብር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የስም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አድርጓል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ከፍጥረት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በዘመነ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ብሉይ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ይባል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የነበረው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በዐዲስ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ኪዳን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ተባለ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በአብና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በወልድ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መኻል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የአኃዝና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የባሕርይ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ልዩነት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አመለካከት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ሳይሆን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በአብና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በወልድ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መካከል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ልዩነት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የስም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ልዩነት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በብሉይ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የሚባለው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በዘመነ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ዐዲስ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ተባለ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ቢሾፕ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ተክሌ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የውሃን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ምሳሌ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ያደረጉበት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አቀራረብ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መደበኛውን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የሰባልዮስ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ሲሆን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የሚና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ለውውጥ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አስተምህሮን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ይወክላል</a:t>
            </a:r>
            <a:r>
              <a:rPr lang="en-US" sz="24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  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14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710FC2-E1EA-F911-6E33-016423DA9B20}"/>
              </a:ext>
            </a:extLst>
          </p:cNvPr>
          <p:cNvSpPr txBox="1"/>
          <p:nvPr/>
        </p:nvSpPr>
        <p:spPr>
          <a:xfrm>
            <a:off x="1" y="113325"/>
            <a:ext cx="12192000" cy="5898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አቶ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ስለሺ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ደምሴ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የተባለው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“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ጋሼ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አበራ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ሞላ</a:t>
            </a:r>
            <a:r>
              <a:rPr lang="en-US" sz="2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በሚል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ይታወቃል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በአቶ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ስለሺ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ደምሴና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በጋሼ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አበራ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ሞላ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መካከል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የማንነት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ልዩነት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ልዩነቱ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የስያሜ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ልዩነት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ስለሺ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ደምሴ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ጋሼ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አበራ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ሞላ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በየትኛውም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ጊዜና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ቦታ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ቀይጠን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ልንጠቀምበት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እንችላለን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በውልድ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እንደዚያ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ከፍጥረት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በፊትና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ዘመነ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ብሉይን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የሚያመለክት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ስም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ከዘመነ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ዐዲስ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ጀምሮ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መጠሪያ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አግባብ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ስለሆነ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የሚገልጹ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በሙሉ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ያብራራቸው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በሚለው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ስሌት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የጥንቱን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የሰባልዮስ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ኑፋቄ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የሚወክል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3169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9EC4F1-4AAA-255D-33DD-6B3635BB8C49}"/>
              </a:ext>
            </a:extLst>
          </p:cNvPr>
          <p:cNvSpPr txBox="1"/>
          <p:nvPr/>
        </p:nvSpPr>
        <p:spPr>
          <a:xfrm>
            <a:off x="0" y="-53623"/>
            <a:ext cx="12192000" cy="4603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የድርጅቱ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ማብራሪያ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ዐይነቱን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ገለጻ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የሚያቀርቡ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ጽሑፎች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የሚከተሉት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ናቸው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:—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ከዘላለም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በአካል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በባሕርይ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በስም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በግብር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ሦስት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አልነበረም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በሦስት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መንገድ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ለሕዝቡ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ገልጾአል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በሦስት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መንገድ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የተገለጸበትም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ምስጢር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በአብነት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ሳይታይ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በወልድነት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እየታየ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በመንፈስ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እስትንፋሱን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በሕዝቡ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በማሳደር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ተገልጦአል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ከድንግል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ማርያም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በተወለደው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በአንድያ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ልጁ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በተዋሕዶ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በአንድ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እንዳለና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ስሙም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ማመን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አለብን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የክርስቶስ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የራሱ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የደሙም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ሕይወት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ያረጋግጥልናል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82880" marR="0" indent="-182880" algn="just">
              <a:lnSpc>
                <a:spcPts val="1500"/>
              </a:lnSpc>
              <a:buNone/>
            </a:pPr>
            <a:r>
              <a:rPr lang="en-US" sz="2000" i="1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015E6-6FE1-08F6-1357-EB42233AA717}"/>
              </a:ext>
            </a:extLst>
          </p:cNvPr>
          <p:cNvSpPr txBox="1"/>
          <p:nvPr/>
        </p:nvSpPr>
        <p:spPr>
          <a:xfrm>
            <a:off x="0" y="4251768"/>
            <a:ext cx="12192000" cy="244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በምድር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ይመላለስ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የነበረው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በመንፈስ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በመለኮትነቱ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በኲል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በሁሉ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ቦታና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ስፍራ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የሚገኝ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አረጋገጠ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ክርስቶስ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ብለን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በማስተዋል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የምናምነውም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000" u="sng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u="sng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50000"/>
              </a:lnSpc>
              <a:spcAft>
                <a:spcPts val="800"/>
              </a:spcAft>
              <a:buSzPts val="1200"/>
              <a:buFont typeface="Wingdings" panose="05000000000000000000" pitchFamily="2" charset="2"/>
              <a:buChar char="q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ክርስቶስ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አልፋም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ዖሜጋም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ከዘመናት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ከድንግል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ማርያም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ማሕፀን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የተገኘ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አድርገን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ልንገምተው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አይገባም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r>
              <a:rPr lang="en-US" sz="1400" kern="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21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217519-71DD-7B64-AA41-09C0C4FBADBF}"/>
              </a:ext>
            </a:extLst>
          </p:cNvPr>
          <p:cNvSpPr txBox="1"/>
          <p:nvPr/>
        </p:nvSpPr>
        <p:spPr>
          <a:xfrm>
            <a:off x="0" y="99162"/>
            <a:ext cx="12192000" cy="6758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የመቀያየር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ግምገማ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200000"/>
              </a:lnSpc>
              <a:buNone/>
            </a:pP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በኅዳግ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መዘክሩ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ላይ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በቂ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ምላሽ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ዐጸፋ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ስለቀረበ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በዚህ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ግምገማ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መሠረታዊ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ላይ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ትኲረት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እናድርግ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ሆኖ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ተቀይሯል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ከተባለ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ወደ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ከመቀየሩ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አልነበረም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የቢሾፕ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ተክሌና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የቢሾፕ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ደጉ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መምህር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ዴቪድ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ኬ.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በርናርድ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ሲያብራሩ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እንዲህ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ይላሉ</a:t>
            </a: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:—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ልጅነት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የልጅነት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ሚና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እውን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መሆን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የጀመረው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ሕፃኑ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በማርያም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ማሕፀን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ውስጥ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በተፀነሰ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ጊዜ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ከእነዚህ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ሁሉ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የመጽሐፍ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ጥቅሶች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በግልጽ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የምንገነዘበው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ጒዳይ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ዘላለማዊ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አለመሆኑን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ግን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ከሁለት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ሺሕ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ዓመት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ልጁ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አድርጎታል</a:t>
            </a: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ልጁ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ያልነበረበት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ዘመን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ነበር</a:t>
            </a:r>
            <a:r>
              <a:rPr lang="en-US" sz="2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2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27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BAEB22-EAC6-5CEB-6677-7ED04B4E8147}"/>
              </a:ext>
            </a:extLst>
          </p:cNvPr>
          <p:cNvSpPr txBox="1"/>
          <p:nvPr/>
        </p:nvSpPr>
        <p:spPr>
          <a:xfrm>
            <a:off x="0" y="-15926"/>
            <a:ext cx="12192000" cy="589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ይህ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ግን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ትልቅ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ኑፋቄ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ቅዱሳት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መጻሕፍት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ምን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እንደሚሉ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በዐጭሩ</a:t>
            </a:r>
            <a:r>
              <a:rPr lang="en-US" sz="24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እንመልከት</a:t>
            </a:r>
            <a:r>
              <a:rPr lang="en-US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:—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391A1-391C-9037-5F89-A197526BAB83}"/>
              </a:ext>
            </a:extLst>
          </p:cNvPr>
          <p:cNvSpPr txBox="1"/>
          <p:nvPr/>
        </p:nvSpPr>
        <p:spPr>
          <a:xfrm>
            <a:off x="43891" y="628261"/>
            <a:ext cx="12148109" cy="6355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 algn="just">
              <a:lnSpc>
                <a:spcPct val="150000"/>
              </a:lnSpc>
              <a:spcAft>
                <a:spcPts val="800"/>
              </a:spcAft>
              <a:buAutoNum type="arabicParenBoth"/>
            </a:pP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1÷1:18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28÷28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ሮሜ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9÷5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10÷13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ቲቶ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2÷13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ጴጥ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1÷1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5÷20-21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ዕብ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1÷6-8)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 </a:t>
            </a:r>
          </a:p>
          <a:p>
            <a:pPr marL="457200" marR="0" indent="-457200" algn="just">
              <a:lnSpc>
                <a:spcPct val="150000"/>
              </a:lnSpc>
              <a:spcAft>
                <a:spcPts val="800"/>
              </a:spcAft>
              <a:buAutoNum type="arabicParenBoth"/>
            </a:pP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ብሉያት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ሆኖ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ከመምጣቱ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የእግዚአብሔር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ልጅ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ነበረ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በብዙ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ቦታ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ያስተምራሉ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ምሳ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30÷4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6÷1+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ዳን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7÷9-14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ሚኪ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5÷2)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50000"/>
              </a:lnSpc>
              <a:spcAft>
                <a:spcPts val="800"/>
              </a:spcAft>
              <a:buAutoNum type="arabicParenBoth"/>
            </a:pP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ምድር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ከመምጣቱ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አካላዊ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ህልውና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እያለው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ይኖር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ነበር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በግልጽ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ያስተምራል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1÷1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17÷5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ፊል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2÷6-11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1÷3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ቈላ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1÷16-17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ዕብ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1÷8-10)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latin typeface="Aptos" panose="020B00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457200" algn="just">
              <a:lnSpc>
                <a:spcPct val="150000"/>
              </a:lnSpc>
              <a:spcAft>
                <a:spcPts val="800"/>
              </a:spcAft>
              <a:buAutoNum type="arabicParenBoth"/>
            </a:pP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ምድር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የመጣው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ተልኮ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5÷36-38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3÷13:16-17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6÷33:3:44:46:50-51:62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8÷23:38:42:57-58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16÷28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ገላ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4÷4)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በገላትያ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4÷4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ላይ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ኤግሳፖስቴሎ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(</a:t>
            </a:r>
            <a:r>
              <a:rPr lang="el-GR" sz="2000" kern="100" dirty="0">
                <a:effectLst/>
                <a:latin typeface="Gentium"/>
                <a:ea typeface="Aptos" panose="020B0004020202020204" pitchFamily="34" charset="0"/>
                <a:cs typeface="Times New Roman" panose="02020603050405020304" pitchFamily="18" charset="0"/>
              </a:rPr>
              <a:t>ἐξαποστέλλω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ግሥ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አንድን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ግለሰብ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አንድ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እንዲፈጽም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ከአንድ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ቦታ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ሌላ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ቦታ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መላክን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ሰውን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ግዑዝ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የሆነን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አያሳይም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ንግረተ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ብቻ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መልእክተኛ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የሚለውን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ሊያሟላ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በፍጹም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አይችልም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አካላዊ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ህልውና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ያለው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ካልሆነ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በቀር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ስለዚህ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ከዘመነ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ዐዲስ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ከእግዚአብሔር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ዐብሮ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ነበር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ልኮት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ከሰማይ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ምድር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መጣ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የሚያስተምር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3÷17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6÷38:41:50-51:62)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06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4DEA6-14AE-A4C6-BD8A-75BC5ACD4B7E}"/>
              </a:ext>
            </a:extLst>
          </p:cNvPr>
          <p:cNvSpPr txBox="1"/>
          <p:nvPr/>
        </p:nvSpPr>
        <p:spPr>
          <a:xfrm>
            <a:off x="0" y="-1301"/>
            <a:ext cx="12192000" cy="6662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(5)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ሆኖ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ምድር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ከመምጣቱ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ዐብሮ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ነበር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የሚለው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የመጽሐፍ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ከኦንሊ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ጂሰስ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ኑፋቄ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ዐብሮ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የሚሄድ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1÷3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ቈላ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1÷16-17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ዕብ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1÷2: 10)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(6)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እኲል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መመለኩ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ንግረተ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እንዳልሆነ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በቤተልሔም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ከመወለዱ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ነበር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የሚያስተምር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ዳን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7÷14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ማቴ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14÷33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9÷35-38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ዕብ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1÷6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ራእ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5÷13-14)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(7)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ጒልበት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ሁሉ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ለወልድ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ይስገድለት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ብሎ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ማለቱ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ንግረተ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ቃል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እንዳልሆነ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ዕብ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1÷6)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(8)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ራእይ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3÷21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ላይ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ልክ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በራሱ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ዙፋን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ላይ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መቀመጡ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የተለየ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ማንነት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እንዳለው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አመልካች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(9)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በሰማይ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ሸንጐ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በተለየ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መንገድ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ስግደትና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ዝማሬ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ማሕሌት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ቀረበለት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እንመለከታለን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ራእይ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5÷13-14)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(10)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ምድር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ከመምጣቱ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በፊት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ነበር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1÷1-3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ቈላ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1÷16-17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17÷5)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45720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b="1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(11)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ሆነው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ሁሉ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ልጁ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ኢየሱስም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እንዲያውም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ልጁ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ይላል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ይህን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በዐዲሱ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መደበኛ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ትርጒም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የግሪኩን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ቅጅ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ይመልከቱ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0" dirty="0" err="1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ዮሐንስ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1÷18)</a:t>
            </a:r>
            <a:r>
              <a:rPr lang="en-US" sz="2000" kern="0" dirty="0">
                <a:effectLst/>
                <a:latin typeface="Power Geez Unicode1" panose="000004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፡፡ 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72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person on a rocket&#10;&#10;AI-generated content may be incorrect.">
            <a:extLst>
              <a:ext uri="{FF2B5EF4-FFF2-40B4-BE49-F238E27FC236}">
                <a16:creationId xmlns:a16="http://schemas.microsoft.com/office/drawing/2014/main" id="{4CE8ABAF-E015-3103-4508-DB13460C5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3" y="1596584"/>
            <a:ext cx="10138867" cy="4908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8D00B4-CD33-7523-7069-C4393B287E60}"/>
              </a:ext>
            </a:extLst>
          </p:cNvPr>
          <p:cNvSpPr txBox="1"/>
          <p:nvPr/>
        </p:nvSpPr>
        <p:spPr>
          <a:xfrm>
            <a:off x="0" y="160189"/>
            <a:ext cx="9290304" cy="1245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ሠ.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የውልጠት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የውልጠት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መሠረታውያን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ዐሳቦች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D1FB3-55FF-4225-44FB-5CA19F2A6495}"/>
              </a:ext>
            </a:extLst>
          </p:cNvPr>
          <p:cNvSpPr txBox="1"/>
          <p:nvPr/>
        </p:nvSpPr>
        <p:spPr>
          <a:xfrm>
            <a:off x="2604211" y="5779264"/>
            <a:ext cx="6144768" cy="335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ሥዕል</a:t>
            </a:r>
            <a:r>
              <a:rPr lang="en-US" sz="18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4፤ </a:t>
            </a:r>
            <a:r>
              <a:rPr lang="en-US" sz="18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የውልጠት</a:t>
            </a:r>
            <a:r>
              <a:rPr lang="en-US" sz="1800" kern="100" dirty="0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Ethiopic Sadiss Light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64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58F562-D1F2-5195-62B3-099963100A8A}"/>
              </a:ext>
            </a:extLst>
          </p:cNvPr>
          <p:cNvSpPr txBox="1"/>
          <p:nvPr/>
        </p:nvSpPr>
        <p:spPr>
          <a:xfrm>
            <a:off x="0" y="136021"/>
            <a:ext cx="12192000" cy="636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ውላጤ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ውልጠት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መለወጥ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መቀየር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አመለካከት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ከላይ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ልብሰ-አምላክ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በተቃርኖ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የሚቀርብ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ልብሰ-አምላክ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የሚከተሉት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አራት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መሠረታውያን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ባሕርያት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ነበሩት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:—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(1)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(2) 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ለፍጥረቱ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ለመግለጽ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በዐዲስ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ኪዳን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ዘመን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የፈጠረው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(3)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ተሸፍኖበት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ተጠቅልሎበት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ይታይበት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እንጂ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ውሑዳዊ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የለውም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(4)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ስሕተት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የውልጠት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አራት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ባሕርያት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አሉት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:—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(1)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ልብስ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ሳይሆን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(2) 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የተፈጠረ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ሳይሆን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ራሱን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ለፍጥረቱ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ለመግለጽ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በዐዲስ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ኪዳን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ዘመን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ከቃልነት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ከልብነት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የተቀየረ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አካል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(3)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ውሑዳዊ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አንድነት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(4)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ወልድ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ማለት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ይቻላል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7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6E778-103B-241F-7B03-F919F4D3C697}"/>
              </a:ext>
            </a:extLst>
          </p:cNvPr>
          <p:cNvSpPr txBox="1"/>
          <p:nvPr/>
        </p:nvSpPr>
        <p:spPr>
          <a:xfrm>
            <a:off x="-36576" y="739909"/>
            <a:ext cx="12192000" cy="49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ግራ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አጋቢ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እንዲሁም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የተምታታ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ግልጽ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ለድርጅቱ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የማያወላዳ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ምላሽ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መስጠት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የሚቻለው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በትክክል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መገንዘብ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ሲቻል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ታላቁ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የፍልስፍና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መምህር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አልቪን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ፕላንቲንጋ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የኀያስያኑን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ዐስተሳሰብ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ኀያሲያኑ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ከሚረዱት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በጠለቀ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መንገድ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መረዳት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ካልቻልን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ዕቅበተ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እምነታዊ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ዐጸፋ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ምላሽ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መስጠት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እጅግ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አዳጋች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ይላል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የሐዋርያት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ቤተ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ክርስቲያን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የንስር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ዐይን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አጐልብተን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ከአስተማሪዎቹ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በተሻለ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መንገድ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መተንተን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ይኖርብናል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አለያ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ነቀል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ዕቅበተ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እምነታዊ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ለውጥ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ልናመጣ</a:t>
            </a:r>
            <a:r>
              <a:rPr lang="en-US" sz="2000" kern="100" dirty="0"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አንችልም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ለዚህም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በትምህርተ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እግዚአብሔር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ላይ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ስያሜ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ሰጥተን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በፈርጅ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በፈርጅ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እየተነተንን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ያለነው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በተለይ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የውልጠት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ከልብሰ-አምላክ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ጋር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ቀጥተኛ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በሆነ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መንገድ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ተቃራኒ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391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2E712A-C027-985C-4A86-29C553CC91FB}"/>
              </a:ext>
            </a:extLst>
          </p:cNvPr>
          <p:cNvSpPr txBox="1"/>
          <p:nvPr/>
        </p:nvSpPr>
        <p:spPr>
          <a:xfrm>
            <a:off x="1" y="300696"/>
            <a:ext cx="12309042" cy="625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የውልጠት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የድርጅቱ</a:t>
            </a:r>
            <a:r>
              <a:rPr lang="en-US" sz="24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ማብራሪያ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ክርስቶስ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ሰማያዊና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ምስጢራዊም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ስለሆነ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የአብና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የወልድ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ውሕደትና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የተፈጥሮ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ባሕርይ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ራሱን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ካልገለጠ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በቀር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ለሰውና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ለመላእክት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ምስጢር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መሆኑን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አረጋግጦአል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የእግዚአብሔር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ከጥንት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ከአብ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ውጪ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ሆኖ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የተለየ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አካል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አልነበረውም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የሰው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ከባለቤቱ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የተዋሐደ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እንደ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ሆነ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የአምላክም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ቃል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ከራሱ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የተዋሐደ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የተፈጥሮ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ባሕርዩ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SzPts val="1200"/>
              <a:buFont typeface="Wingdings" panose="05000000000000000000" pitchFamily="2" charset="2"/>
              <a:buChar char="q"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ይህ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ሁሉ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የሚያስረዳን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ኢየሱስ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ክርስቶስ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መሆኑን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አብ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፣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ወልድና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መንፈስ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ቅዱስ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ማለትም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ይኸው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ሰው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ቢሆን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ኖሮ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መሰወር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አይችልም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ነበር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አምላክም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ብቻ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ቢሆን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ደግሞ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መታየትና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መዳሰስ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መሞትም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አይችልም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ነበር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በአካልም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ቀርቦ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ሊያነጋግራቸው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አይችልም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kern="0" dirty="0" err="1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ነበር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GB" sz="2200" kern="0" dirty="0">
                <a:effectLst/>
                <a:latin typeface="Power Geez Unicode1" panose="000004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፡፡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87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3BA86F-952D-4024-B95D-28141A2A18C7}"/>
              </a:ext>
            </a:extLst>
          </p:cNvPr>
          <p:cNvSpPr txBox="1"/>
          <p:nvPr/>
        </p:nvSpPr>
        <p:spPr>
          <a:xfrm>
            <a:off x="0" y="0"/>
            <a:ext cx="12133478" cy="6276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200000"/>
              </a:lnSpc>
              <a:buNone/>
            </a:pP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የውልጠት</a:t>
            </a:r>
            <a:r>
              <a:rPr lang="en-US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</a:t>
            </a:r>
            <a:r>
              <a:rPr lang="en-US" sz="2800" kern="100" dirty="0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kern="100" dirty="0" err="1">
                <a:effectLst/>
                <a:latin typeface="Ethiopic Yebse" panose="02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ግምገማ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ይህ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ዐስተሳሰብ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ኢመጽሐፍ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ቅዱሳዊ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መሆኑን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ኋላ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ሰፊ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ማስረጃና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ሙግት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እናቀርብበታለን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ለአሁኑ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ግን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አስተምህሮው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ሥነ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አመክንዮአዊ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ተቃርኖ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እንዳለበት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እናስተውል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የድርጅቱ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መምህራን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ብለውን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ሲያበቁ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የሚባለው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የተሸፈነበት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ይሉናል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አንዳንዴ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ይሆናል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አንዳንዴ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ብቻ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ይሆናል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በተለያየ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ጥቅስ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የተለያየ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ይሰጥበታል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እንግዲያው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እንበል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ንግረተ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ቃል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እንበል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የተሸፈነበት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ሥጋና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እንበል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የልብ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እንበል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ከጊዜ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በኋላ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ተፈጥሯል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እንበል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እንበል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ምን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እንበል</a:t>
            </a:r>
            <a:r>
              <a:rPr lang="en-US" sz="2200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የተለያዩ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የመጽሐፍ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ክፍሎችን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መሠረት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በማድረግ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እነዚህን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ትምህርቶች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ያስተምራል</a:t>
            </a:r>
            <a:r>
              <a:rPr lang="en-US" sz="22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endParaRPr lang="en-US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40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88F3A-8E11-BE95-B8E0-FC9476BBD638}"/>
              </a:ext>
            </a:extLst>
          </p:cNvPr>
          <p:cNvSpPr txBox="1"/>
          <p:nvPr/>
        </p:nvSpPr>
        <p:spPr>
          <a:xfrm>
            <a:off x="0" y="446514"/>
            <a:ext cx="12192000" cy="49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ጌታ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ይባርክህ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ብለውን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ሲያበቁ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መገለጫ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ይሉናል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በምን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አግባብ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ሊባርከን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ይችላል</a:t>
            </a:r>
            <a:r>
              <a:rPr lang="en-US" sz="2000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መጽሐፍ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ቅዱስ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የሚታመን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ለባሹንም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ክንዱ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የሚያደርግ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ልቡም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ከእግዚአብሔር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የሚመልስ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ርጒም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ኤር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17÷5)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አይልምን</a:t>
            </a:r>
            <a:r>
              <a:rPr lang="en-US" sz="2000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ከዚህ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የተነሣ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መለኮታዊ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ብለውን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፣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መልሰው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ሥጋውና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ደሙ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በዘመነ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ዐዲስ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እንደ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ሆነ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ይነግሩናል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ዘላለማዊነት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አይደለም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</a:t>
            </a:r>
            <a:r>
              <a:rPr lang="en-US" sz="2000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የተፈጠረ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ነገር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ባሕርይ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ሊሆን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እንዴት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ይችላል</a:t>
            </a:r>
            <a:r>
              <a:rPr lang="en-US" sz="2000" kern="1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፤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ካልን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ደግሞ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ፍጡር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እንግዲያው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ኢየሱስ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ማን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የአብ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መገለጫ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ሥጋ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አምላክ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“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ፍጡር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ወይስ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ዘላለማዊ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ነው</a:t>
            </a:r>
            <a:r>
              <a:rPr lang="en-US" sz="2000" kern="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ድርጅቱ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እነዚህ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እርስ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በርሳቸው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የሚምታቱ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ተቃራኒ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ትምህርቶን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ሁሉ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ያስተምራል</a:t>
            </a:r>
            <a:r>
              <a:rPr lang="en-US" sz="2000" kern="100" dirty="0">
                <a:effectLst/>
                <a:latin typeface="Power Geez Unicode1" panose="000004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፡፡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58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C69F7C-508C-185D-53A1-44F1DE3319D0}"/>
              </a:ext>
            </a:extLst>
          </p:cNvPr>
          <p:cNvSpPr txBox="1"/>
          <p:nvPr/>
        </p:nvSpPr>
        <p:spPr>
          <a:xfrm>
            <a:off x="3048610" y="3026707"/>
            <a:ext cx="60972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kern="100" dirty="0" err="1">
                <a:effectLst/>
                <a:latin typeface="Noto Serif Ethiopic Thin" panose="0202050206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ጥያቄ</a:t>
            </a:r>
            <a:endParaRPr lang="en-US" sz="4000" b="1" dirty="0">
              <a:latin typeface="Noto Serif Ethiopic Thin" panose="0202050206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68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3850</Words>
  <Application>Microsoft Office PowerPoint</Application>
  <PresentationFormat>Widescreen</PresentationFormat>
  <Paragraphs>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7" baseType="lpstr">
      <vt:lpstr>Aptos</vt:lpstr>
      <vt:lpstr>Aptos Display</vt:lpstr>
      <vt:lpstr>Arial</vt:lpstr>
      <vt:lpstr>Cambria</vt:lpstr>
      <vt:lpstr>Courier New</vt:lpstr>
      <vt:lpstr>Ethiopic Sadiss Light</vt:lpstr>
      <vt:lpstr>Ethiopic Yebse</vt:lpstr>
      <vt:lpstr>Garamond</vt:lpstr>
      <vt:lpstr>Gentium</vt:lpstr>
      <vt:lpstr>Georgia</vt:lpstr>
      <vt:lpstr>Noto Serif Ethiopic</vt:lpstr>
      <vt:lpstr>Noto Serif Ethiopic Thin</vt:lpstr>
      <vt:lpstr>Power Geez Unicode1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Tesfaye Robele</dc:creator>
  <cp:lastModifiedBy>Dr. Tesfaye Robele</cp:lastModifiedBy>
  <cp:revision>1</cp:revision>
  <dcterms:created xsi:type="dcterms:W3CDTF">2025-12-11T08:17:47Z</dcterms:created>
  <dcterms:modified xsi:type="dcterms:W3CDTF">2025-12-19T12:33:03Z</dcterms:modified>
</cp:coreProperties>
</file>